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firstSlideNum="0">
  <p:sldMasterIdLst>
    <p:sldMasterId id="2147483648" r:id="rId1"/>
    <p:sldMasterId id="2147483661" r:id="rId2"/>
  </p:sldMasterIdLst>
  <p:handoutMasterIdLst>
    <p:handoutMasterId r:id="rId58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</p:sldIdLst>
  <p:sldSz cx="12192000" cy="6858000"/>
  <p:notesSz cx="6858000" cy="9144000"/>
  <p:custDataLst>
    <p:tags r:id="rId5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Microsoft YaHei"/>
        <a:ea typeface="微软雅黑"/>
        <a:cs typeface="Microsoft YaHei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Microsoft YaHei"/>
        <a:ea typeface="微软雅黑"/>
        <a:cs typeface="Microsoft YaHei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Microsoft YaHei"/>
        <a:ea typeface="微软雅黑"/>
        <a:cs typeface="Microsoft YaHei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Microsoft YaHei"/>
        <a:ea typeface="微软雅黑"/>
        <a:cs typeface="Microsoft YaHei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Microsoft YaHei"/>
        <a:ea typeface="微软雅黑"/>
        <a:cs typeface="Microsoft YaHei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Microsoft YaHei"/>
        <a:ea typeface="微软雅黑"/>
        <a:cs typeface="Microsoft YaHei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Microsoft YaHei"/>
        <a:ea typeface="微软雅黑"/>
        <a:cs typeface="Microsoft YaHei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Microsoft YaHei"/>
        <a:ea typeface="微软雅黑"/>
        <a:cs typeface="Microsoft YaHei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Microsoft YaHei"/>
        <a:ea typeface="微软雅黑"/>
        <a:cs typeface="Microsoft YaHei"/>
      </a:defRPr>
    </a:lvl9pPr>
  </p:defaultTextStyle>
  <p:extLst>
    <p:ext uri="{EFAFB233-063F-42B5-8137-9DF3F51BA10A}">
      <ns3:sldGuideLst>
        <ns3:guide id="1" orient="horz" pos="3264" userDrawn="1">
          <ns3:clr>
            <a:srgbClr val="A4A3A4"/>
          </ns3:clr>
        </ns3:guide>
        <ns3:guide id="2" orient="horz" pos="929" userDrawn="1">
          <ns3:clr>
            <a:srgbClr val="A4A3A4"/>
          </ns3:clr>
        </ns3:guide>
        <ns3:guide id="3" orient="horz" pos="2889" userDrawn="1">
          <ns3:clr>
            <a:srgbClr val="A4A3A4"/>
          </ns3:clr>
        </ns3:guide>
        <ns3:guide id="4" pos="1884" userDrawn="1">
          <ns3:clr>
            <a:srgbClr val="A4A3A4"/>
          </ns3:clr>
        </ns3:guide>
        <ns3:guide id="5" pos="2463" userDrawn="1">
          <ns3:clr>
            <a:srgbClr val="A4A3A4"/>
          </ns3:clr>
        </ns3:guide>
        <ns3:guide id="6" pos="3477" userDrawn="1">
          <ns3:clr>
            <a:srgbClr val="A4A3A4"/>
          </ns3:clr>
        </ns3:guide>
      </ns3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bin_yx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3399"/>
    <a:srgbClr val="213261"/>
    <a:srgbClr val="FF9999"/>
    <a:srgbClr val="FF7C80"/>
    <a:srgbClr val="0062AC"/>
    <a:srgbClr val="00518E"/>
    <a:srgbClr val="0033CC"/>
    <a:srgbClr val="0066FF"/>
    <a:srgbClr val="3F5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E4AEA4-8DFA-4A89-87EB-49C32662AFE0}"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69" autoAdjust="0"/>
    <p:restoredTop sz="88296" autoAdjust="0"/>
  </p:normalViewPr>
  <p:slideViewPr>
    <p:cSldViewPr showGuides="1">
      <p:cViewPr varScale="1">
        <p:scale>
          <a:sx n="122" d="100"/>
          <a:sy n="122" d="100"/>
        </p:scale>
        <p:origin x="562" y="82"/>
      </p:cViewPr>
      <p:guideLst>
        <p:guide orient="horz" pos="3264"/>
        <p:guide orient="horz" pos="929"/>
        <p:guide orient="horz" pos="2889"/>
        <p:guide pos="1884"/>
        <p:guide pos="2463"/>
        <p:guide pos="3477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58" Type="http://schemas.openxmlformats.org/officeDocument/2006/relationships/handoutMaster" Target="handoutMasters/handoutMaster1.xml"/><Relationship Id="rId59" Type="http://schemas.openxmlformats.org/officeDocument/2006/relationships/tags" Target="tags/tag1.xml"/><Relationship Id="rId60" Type="http://schemas.openxmlformats.org/officeDocument/2006/relationships/commentAuthors" Target="commentAuthors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70563E6-95EB-4370-8635-C2BF33E7666D}" type="datetime1">
              <a:rPr lang="zh-CN" altLang="en-US"/>
              <a:t>2026/4/29</a:t>
            </a:fld>
            <a:endParaRPr lang="en-US" altLang="zh-CN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F1B02628-D6A3-4668-A545-97CB7E1F0FFE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ns0:sldLayout xmlns:a="http://schemas.openxmlformats.org/drawingml/2006/main" xmlns:ns0="http://schemas.openxmlformats.org/presentationml/2006/main" xmlns:ns2="http://schemas.openxmlformats.org/officeDocument/2006/relationships" xmlns:ns3="http://schemas.microsoft.com/office/drawing/2010/main" showMasterSp="0" preserve="1" userDrawn="1">
  <ns0:cSld name="标题幻灯片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3" name="Rectangle 18"/>
          <ns0:cNvSpPr>
            <a:spLocks noChangeArrowheads="1"/>
          </ns0:cNvSpPr>
          <ns0:nvPr userDrawn="1"/>
        </ns0:nvSpPr>
        <ns0:spPr bwMode="auto">
          <a:xfrm>
            <a:off x="-2118" y="1584325"/>
            <a:ext cx="12194118" cy="3644875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</a:ln>
          <a:effectLst/>
        </ns0:spPr>
        <ns0:txBody>
          <a:bodyPr wrap="none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latin typeface="Microsoft YaHei"/>
              <a:ea typeface="微软雅黑"/>
              <a:cs typeface="Microsoft YaHei"/>
            </a:endParaRPr>
          </a:p>
        </ns0:txBody>
      </ns0:sp>
      <ns0:sp>
        <ns0:nvSpPr>
          <ns0:cNvPr id="6" name="Rectangle 11"/>
          <ns0:cNvSpPr>
            <a:spLocks noChangeArrowheads="1"/>
          </ns0:cNvSpPr>
          <ns0:nvPr userDrawn="1"/>
        </ns0:nvSpPr>
        <ns0:spPr bwMode="auto">
          <a:xfrm>
            <a:off x="0" y="0"/>
            <a:ext cx="12198351" cy="1584325"/>
          </a:xfrm>
          <a:prstGeom prst="rect">
            <a:avLst/>
          </a:prstGeom>
          <a:solidFill>
            <a:srgbClr val="0062AC"/>
          </a:solidFill>
          <a:ln w="9525">
            <a:noFill/>
            <a:miter lim="800000"/>
          </a:ln>
          <a:effectLst/>
        </ns0:spPr>
        <ns0:txBody>
          <a:bodyPr wrap="none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latin typeface="Microsoft YaHei"/>
              <a:ea typeface="微软雅黑"/>
              <a:cs typeface="Microsoft YaHei"/>
            </a:endParaRPr>
          </a:p>
        </ns0:txBody>
      </ns0:sp>
      <ns0:pic>
        <ns0:nvPicPr>
          <ns0:cNvPr id="8" name="Picture 2" descr="D:\快盘\130425PPT模板与规范\标志-蓝.png"/>
          <ns0:cNvPicPr>
            <a:picLocks noChangeAspect="1" noChangeArrowheads="1"/>
          </ns0:cNvPicPr>
          <ns0:nvPr userDrawn="1"/>
        </ns0:nvPicPr>
        <ns0:blipFill>
          <a:blip ns2:embed="rId2">
            <a:extLst>
              <a:ext uri="{28A0092B-C50C-407E-A947-70E740481C1C}">
                <ns3:useLocalDpi val="0"/>
              </a:ext>
            </a:extLst>
          </a:blip>
          <a:srcRect/>
          <a:stretch>
            <a:fillRect/>
          </a:stretch>
        </ns0:blipFill>
        <ns0:spPr bwMode="auto">
          <a:xfrm>
            <a:off x="7056967" y="5516563"/>
            <a:ext cx="4578351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3:hiddenFill>
                <a:solidFill>
                  <a:srgbClr val="FFFFFF"/>
                </a:solidFill>
              </ns3:hiddenFill>
            </a:ext>
            <a:ext uri="{91240B29-F687-4F45-9708-019B960494DF}">
              <ns3:hiddenLine w="9525">
                <a:solidFill>
                  <a:srgbClr val="000000"/>
                </a:solidFill>
                <a:miter lim="800000"/>
                <a:headEnd/>
                <a:tailEnd/>
              </ns3:hiddenLine>
            </a:ext>
          </a:extLst>
        </ns0:spPr>
      </ns0:pic>
      <ns0:sp>
        <ns0:nvSpPr>
          <ns0:cNvPr id="10243" name="Rectangle 3"/>
          <ns0:cNvSpPr>
            <a:spLocks noGrp="1" noChangeArrowheads="1"/>
          </ns0:cNvSpPr>
          <ns0:nvPr>
            <ns0:ph type="subTitle" idx="1"/>
          </ns0:nvPr>
        </ns0:nvSpPr>
        <ns0:spPr>
          <a:xfrm>
            <a:off x="3310799" y="2060575"/>
            <a:ext cx="8161535" cy="1223963"/>
          </a:xfrm>
        </ns0:spPr>
        <ns0:txBody>
          <a:bodyPr lIns="91440"/>
          <a:lstStyle>
            <a:lvl1pPr marL="0" indent="0">
              <a:buFontTx/>
              <a:buNone/>
              <a:defRPr sz="4000" b="1">
                <a:solidFill>
                  <a:srgbClr val="0062AC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单击此处编辑母版副标题样式</a:t>
            </a:r>
            <a:endParaRPr lang="en-US" altLang="zh-CN" dirty="0">
              <a:latin typeface="Microsoft YaHei"/>
              <a:ea typeface="微软雅黑"/>
              <a:cs typeface="Microsoft YaHei"/>
            </a:endParaRPr>
          </a:p>
        </ns0:txBody>
      </ns0:sp>
    </ns0:spTree>
  </ns0:cSld>
  <ns0:clrMapOvr>
    <a:masterClrMapping/>
  </ns0:clrMapOvr>
</ns0:sldLayout>
</file>

<file path=ppt/slideLayouts/slideLayout2.xml><?xml version="1.0" encoding="utf-8"?>
<ns0:sldLayout xmlns:a="http://schemas.openxmlformats.org/drawingml/2006/main" xmlns:ns0="http://schemas.openxmlformats.org/presentationml/2006/main" type="obj" preserve="1">
  <ns0:cSld name="标题和内容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标题 1"/>
          <ns0:cNvSpPr>
            <a:spLocks noGrp="1"/>
          </ns0:cNvSpPr>
          <ns0:nvPr>
            <ns0:ph type="title"/>
          </ns0:nvPr>
        </ns0:nvSpPr>
        <ns0:spPr>
          <a:xfrm>
            <a:off x="334507" y="0"/>
            <a:ext cx="11520944" cy="836613"/>
          </a:xfrm>
        </ns0:spPr>
        <ns0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ns0:txBody>
      </ns0:sp>
      <ns0:sp>
        <ns0:nvSpPr>
          <ns0:cNvPr id="3" name="内容占位符 2"/>
          <ns0:cNvSpPr>
            <a:spLocks noGrp="1"/>
          </ns0:cNvSpPr>
          <ns0:nvPr>
            <ns0:ph idx="1"/>
          </ns0:nvPr>
        </ns0:nvSpPr>
        <ns0:spPr>
          <a:xfrm>
            <a:off x="334435" y="1052737"/>
            <a:ext cx="11523133" cy="5329014"/>
          </a:xfrm>
        </ns0:spPr>
        <ns0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  <a:lvl2pPr>
              <a:defRPr>
                <a:latin typeface="Microsoft YaHei"/>
                <a:ea typeface="微软雅黑"/>
                <a:cs typeface="Microsoft YaHei"/>
              </a:defRPr>
            </a:lvl2pPr>
            <a:lvl3pPr>
              <a:defRPr>
                <a:latin typeface="Microsoft YaHei"/>
                <a:ea typeface="微软雅黑"/>
                <a:cs typeface="Microsoft YaHei"/>
              </a:defRPr>
            </a:lvl3pPr>
            <a:lvl4pPr>
              <a:defRPr>
                <a:latin typeface="Microsoft YaHei"/>
                <a:ea typeface="微软雅黑"/>
                <a:cs typeface="Microsoft YaHei"/>
              </a:defRPr>
            </a:lvl4pPr>
            <a:lvl5pPr>
              <a:defRPr>
                <a:latin typeface="Microsoft YaHei"/>
                <a:ea typeface="微软雅黑"/>
                <a:cs typeface="Microsoft YaHei"/>
              </a:defRPr>
            </a:lvl5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ns0:txBody>
      </ns0:sp>
    </ns0:spTree>
  </ns0:cSld>
  <ns0:clrMapOvr>
    <a:masterClrMapping/>
  </ns0:clrMapOvr>
</ns0:sldLayout>
</file>

<file path=ppt/slideLayouts/slideLayout3.xml><?xml version="1.0" encoding="utf-8"?>
<ns0:sldLayout xmlns:a="http://schemas.openxmlformats.org/drawingml/2006/main" xmlns:ns0="http://schemas.openxmlformats.org/presentationml/2006/main" type="secHead" preserve="1">
  <ns0:cSld name="节标题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标题 1"/>
          <ns0:cNvSpPr>
            <a:spLocks noGrp="1"/>
          </ns0:cNvSpPr>
          <ns0:nvPr>
            <ns0:ph type="title"/>
          </ns0:nvPr>
        </ns0:nvSpPr>
        <ns0:spPr>
          <a:xfrm>
            <a:off x="963084" y="4406900"/>
            <a:ext cx="10363200" cy="1362075"/>
          </a:xfrm>
        </ns0:spPr>
        <ns0:txBody>
          <a:bodyPr anchor="t"/>
          <a:lstStyle>
            <a:lvl1pPr algn="l">
              <a:defRPr sz="4000" b="1" cap="all"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ns0:txBody>
      </ns0:sp>
      <ns0:sp>
        <ns0:nvSpPr>
          <ns0:cNvPr id="3" name="文本占位符 2"/>
          <ns0:cNvSpPr>
            <a:spLocks noGrp="1"/>
          </ns0:cNvSpPr>
          <ns0:nvPr>
            <ns0:ph type="body" idx="1"/>
          </ns0:nvPr>
        </ns0:nvSpPr>
        <ns0:spPr>
          <a:xfrm>
            <a:off x="963084" y="2906713"/>
            <a:ext cx="10363200" cy="1500187"/>
          </a:xfrm>
        </ns0:spPr>
        <ns0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18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6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14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14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14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14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14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14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ns0:txBody>
      </ns0:sp>
    </ns0:spTree>
  </ns0:cSld>
  <ns0:clrMapOvr>
    <a:masterClrMapping/>
  </ns0:clrMapOvr>
</ns0:sldLayout>
</file>

<file path=ppt/slideLayouts/slideLayout4.xml><?xml version="1.0" encoding="utf-8"?>
<ns0:sldLayout xmlns:a="http://schemas.openxmlformats.org/drawingml/2006/main" xmlns:ns0="http://schemas.openxmlformats.org/presentationml/2006/main" type="twoObj" preserve="1">
  <ns0:cSld name="两栏内容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标题 1"/>
          <ns0:cNvSpPr>
            <a:spLocks noGrp="1"/>
          </ns0:cNvSpPr>
          <ns0:nvPr>
            <ns0:ph type="title"/>
          </ns0:nvPr>
        </ns0:nvSpPr>
        <ns0:spPr>
          <a:xfrm>
            <a:off x="334433" y="0"/>
            <a:ext cx="11521017" cy="836613"/>
          </a:xfrm>
        </ns0:spPr>
        <ns0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ns0:txBody>
      </ns0:sp>
      <ns0:sp>
        <ns0:nvSpPr>
          <ns0:cNvPr id="3" name="内容占位符 2"/>
          <ns0:cNvSpPr>
            <a:spLocks noGrp="1"/>
          </ns0:cNvSpPr>
          <ns0:nvPr>
            <ns0:ph sz="half" idx="1"/>
          </ns0:nvPr>
        </ns0:nvSpPr>
        <ns0:spPr>
          <a:xfrm>
            <a:off x="334433" y="1052514"/>
            <a:ext cx="5665556" cy="5328814"/>
          </a:xfrm>
        </ns0:spPr>
        <ns0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2000">
                <a:latin typeface="Microsoft YaHei"/>
                <a:ea typeface="微软雅黑"/>
                <a:cs typeface="Microsoft YaHei"/>
              </a:defRPr>
            </a:lvl3pPr>
            <a:lvl4pPr>
              <a:defRPr sz="2000">
                <a:latin typeface="Microsoft YaHei"/>
                <a:ea typeface="微软雅黑"/>
                <a:cs typeface="Microsoft YaHei"/>
              </a:defRPr>
            </a:lvl4pPr>
            <a:lvl5pPr>
              <a:defRPr sz="2000">
                <a:latin typeface="Microsoft YaHei"/>
                <a:ea typeface="微软雅黑"/>
                <a:cs typeface="Microsoft YaHei"/>
              </a:defRPr>
            </a:lvl5pPr>
            <a:lvl6pPr>
              <a:defRPr sz="1800">
                <a:latin typeface="Microsoft YaHei"/>
                <a:ea typeface="微软雅黑"/>
                <a:cs typeface="Microsoft YaHei"/>
              </a:defRPr>
            </a:lvl6pPr>
            <a:lvl7pPr>
              <a:defRPr sz="1800">
                <a:latin typeface="Microsoft YaHei"/>
                <a:ea typeface="微软雅黑"/>
                <a:cs typeface="Microsoft YaHei"/>
              </a:defRPr>
            </a:lvl7pPr>
            <a:lvl8pPr>
              <a:defRPr sz="1800">
                <a:latin typeface="Microsoft YaHei"/>
                <a:ea typeface="微软雅黑"/>
                <a:cs typeface="Microsoft YaHei"/>
              </a:defRPr>
            </a:lvl8pPr>
            <a:lvl9pPr>
              <a:defRPr sz="18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ns0:txBody>
      </ns0:sp>
      <ns0:sp>
        <ns0:nvSpPr>
          <ns0:cNvPr id="4" name="内容占位符 3"/>
          <ns0:cNvSpPr>
            <a:spLocks noGrp="1"/>
          </ns0:cNvSpPr>
          <ns0:nvPr>
            <ns0:ph sz="half" idx="2"/>
          </ns0:nvPr>
        </ns0:nvSpPr>
        <ns0:spPr>
          <a:xfrm>
            <a:off x="6192011" y="1052514"/>
            <a:ext cx="5664629" cy="5328814"/>
          </a:xfrm>
        </ns0:spPr>
        <ns0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2000">
                <a:latin typeface="Microsoft YaHei"/>
                <a:ea typeface="微软雅黑"/>
                <a:cs typeface="Microsoft YaHei"/>
              </a:defRPr>
            </a:lvl3pPr>
            <a:lvl4pPr>
              <a:defRPr sz="2000">
                <a:latin typeface="Microsoft YaHei"/>
                <a:ea typeface="微软雅黑"/>
                <a:cs typeface="Microsoft YaHei"/>
              </a:defRPr>
            </a:lvl4pPr>
            <a:lvl5pPr>
              <a:defRPr sz="2000">
                <a:latin typeface="Microsoft YaHei"/>
                <a:ea typeface="微软雅黑"/>
                <a:cs typeface="Microsoft YaHei"/>
              </a:defRPr>
            </a:lvl5pPr>
            <a:lvl6pPr>
              <a:defRPr sz="1800">
                <a:latin typeface="Microsoft YaHei"/>
                <a:ea typeface="微软雅黑"/>
                <a:cs typeface="Microsoft YaHei"/>
              </a:defRPr>
            </a:lvl6pPr>
            <a:lvl7pPr>
              <a:defRPr sz="1800">
                <a:latin typeface="Microsoft YaHei"/>
                <a:ea typeface="微软雅黑"/>
                <a:cs typeface="Microsoft YaHei"/>
              </a:defRPr>
            </a:lvl7pPr>
            <a:lvl8pPr>
              <a:defRPr sz="1800">
                <a:latin typeface="Microsoft YaHei"/>
                <a:ea typeface="微软雅黑"/>
                <a:cs typeface="Microsoft YaHei"/>
              </a:defRPr>
            </a:lvl8pPr>
            <a:lvl9pPr>
              <a:defRPr sz="18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ns0:txBody>
      </ns0:sp>
    </ns0:spTree>
  </ns0:cSld>
  <ns0:clrMapOvr>
    <a:masterClrMapping/>
  </ns0:clrMapOvr>
</ns0:sldLayout>
</file>

<file path=ppt/slideLayouts/slideLayout5.xml><?xml version="1.0" encoding="utf-8"?>
<ns0:sldLayout xmlns:a="http://schemas.openxmlformats.org/drawingml/2006/main" xmlns:ns0="http://schemas.openxmlformats.org/presentationml/2006/main" type="twoTxTwoObj" preserve="1">
  <ns0:cSld name="比较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标题 1"/>
          <ns0:cNvSpPr>
            <a:spLocks noGrp="1"/>
          </ns0:cNvSpPr>
          <ns0:nvPr>
            <ns0:ph type="title"/>
          </ns0:nvPr>
        </ns0:nvSpPr>
        <ns0:spPr>
          <a:xfrm>
            <a:off x="334433" y="0"/>
            <a:ext cx="11522207" cy="836613"/>
          </a:xfrm>
        </ns0:spPr>
        <ns0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ns0:txBody>
      </ns0:sp>
      <ns0:sp>
        <ns0:nvSpPr>
          <ns0:cNvPr id="3" name="文本占位符 2"/>
          <ns0:cNvSpPr>
            <a:spLocks noGrp="1"/>
          </ns0:cNvSpPr>
          <ns0:nvPr>
            <ns0:ph type="body" idx="1"/>
          </ns0:nvPr>
        </ns0:nvSpPr>
        <ns0:spPr>
          <a:xfrm>
            <a:off x="334433" y="1052736"/>
            <a:ext cx="5569545" cy="639762"/>
          </a:xfrm>
        </ns0:spPr>
        <ns0:txBody>
          <a:bodyPr anchor="b"/>
          <a:lstStyle>
            <a:lvl1pPr marL="0" indent="0">
              <a:buNone/>
              <a:defRPr sz="2400" b="1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2000" b="1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800" b="1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ns0:txBody>
      </ns0:sp>
      <ns0:sp>
        <ns0:nvSpPr>
          <ns0:cNvPr id="4" name="内容占位符 3"/>
          <ns0:cNvSpPr>
            <a:spLocks noGrp="1"/>
          </ns0:cNvSpPr>
          <ns0:nvPr>
            <ns0:ph sz="half" idx="2"/>
          </ns0:nvPr>
        </ns0:nvSpPr>
        <ns0:spPr>
          <a:xfrm>
            <a:off x="334433" y="1772816"/>
            <a:ext cx="5569545" cy="4608512"/>
          </a:xfrm>
        </ns0:spPr>
        <ns0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1800">
                <a:latin typeface="Microsoft YaHei"/>
                <a:ea typeface="微软雅黑"/>
                <a:cs typeface="Microsoft YaHei"/>
              </a:defRPr>
            </a:lvl3pPr>
            <a:lvl4pPr>
              <a:defRPr sz="1600">
                <a:latin typeface="Microsoft YaHei"/>
                <a:ea typeface="微软雅黑"/>
                <a:cs typeface="Microsoft YaHei"/>
              </a:defRPr>
            </a:lvl4pPr>
            <a:lvl5pPr>
              <a:defRPr sz="1600">
                <a:latin typeface="Microsoft YaHei"/>
                <a:ea typeface="微软雅黑"/>
                <a:cs typeface="Microsoft YaHei"/>
              </a:defRPr>
            </a:lvl5pPr>
            <a:lvl6pPr>
              <a:defRPr sz="1600">
                <a:latin typeface="Microsoft YaHei"/>
                <a:ea typeface="微软雅黑"/>
                <a:cs typeface="Microsoft YaHei"/>
              </a:defRPr>
            </a:lvl6pPr>
            <a:lvl7pPr>
              <a:defRPr sz="1600">
                <a:latin typeface="Microsoft YaHei"/>
                <a:ea typeface="微软雅黑"/>
                <a:cs typeface="Microsoft YaHei"/>
              </a:defRPr>
            </a:lvl7pPr>
            <a:lvl8pPr>
              <a:defRPr sz="1600">
                <a:latin typeface="Microsoft YaHei"/>
                <a:ea typeface="微软雅黑"/>
                <a:cs typeface="Microsoft YaHei"/>
              </a:defRPr>
            </a:lvl8pPr>
            <a:lvl9pPr>
              <a:defRPr sz="16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ns0:txBody>
      </ns0:sp>
      <ns0:sp>
        <ns0:nvSpPr>
          <ns0:cNvPr id="5" name="文本占位符 4"/>
          <ns0:cNvSpPr>
            <a:spLocks noGrp="1"/>
          </ns0:cNvSpPr>
          <ns0:nvPr>
            <ns0:ph type="body" sz="quarter" idx="3"/>
          </ns0:nvPr>
        </ns0:nvSpPr>
        <ns0:spPr>
          <a:xfrm>
            <a:off x="6096000" y="1052736"/>
            <a:ext cx="5760641" cy="639762"/>
          </a:xfrm>
        </ns0:spPr>
        <ns0:txBody>
          <a:bodyPr anchor="b"/>
          <a:lstStyle>
            <a:lvl1pPr marL="0" indent="0">
              <a:buNone/>
              <a:defRPr sz="2400" b="1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2000" b="1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800" b="1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ns0:txBody>
      </ns0:sp>
      <ns0:sp>
        <ns0:nvSpPr>
          <ns0:cNvPr id="6" name="内容占位符 5"/>
          <ns0:cNvSpPr>
            <a:spLocks noGrp="1"/>
          </ns0:cNvSpPr>
          <ns0:nvPr>
            <ns0:ph sz="quarter" idx="4"/>
          </ns0:nvPr>
        </ns0:nvSpPr>
        <ns0:spPr>
          <a:xfrm>
            <a:off x="6096000" y="1772816"/>
            <a:ext cx="5760641" cy="4608512"/>
          </a:xfrm>
        </ns0:spPr>
        <ns0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1800">
                <a:latin typeface="Microsoft YaHei"/>
                <a:ea typeface="微软雅黑"/>
                <a:cs typeface="Microsoft YaHei"/>
              </a:defRPr>
            </a:lvl3pPr>
            <a:lvl4pPr>
              <a:defRPr sz="1600">
                <a:latin typeface="Microsoft YaHei"/>
                <a:ea typeface="微软雅黑"/>
                <a:cs typeface="Microsoft YaHei"/>
              </a:defRPr>
            </a:lvl4pPr>
            <a:lvl5pPr>
              <a:defRPr sz="1600">
                <a:latin typeface="Microsoft YaHei"/>
                <a:ea typeface="微软雅黑"/>
                <a:cs typeface="Microsoft YaHei"/>
              </a:defRPr>
            </a:lvl5pPr>
            <a:lvl6pPr>
              <a:defRPr sz="1600">
                <a:latin typeface="Microsoft YaHei"/>
                <a:ea typeface="微软雅黑"/>
                <a:cs typeface="Microsoft YaHei"/>
              </a:defRPr>
            </a:lvl6pPr>
            <a:lvl7pPr>
              <a:defRPr sz="1600">
                <a:latin typeface="Microsoft YaHei"/>
                <a:ea typeface="微软雅黑"/>
                <a:cs typeface="Microsoft YaHei"/>
              </a:defRPr>
            </a:lvl7pPr>
            <a:lvl8pPr>
              <a:defRPr sz="1600">
                <a:latin typeface="Microsoft YaHei"/>
                <a:ea typeface="微软雅黑"/>
                <a:cs typeface="Microsoft YaHei"/>
              </a:defRPr>
            </a:lvl8pPr>
            <a:lvl9pPr>
              <a:defRPr sz="16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ns0:txBody>
      </ns0:sp>
    </ns0:spTree>
  </ns0:cSld>
  <ns0:clrMapOvr>
    <a:masterClrMapping/>
  </ns0:clrMapOvr>
</ns0:sldLayout>
</file>

<file path=ppt/slideLayouts/slideLayout6.xml><?xml version="1.0" encoding="utf-8"?>
<ns0:sldLayout xmlns:a="http://schemas.openxmlformats.org/drawingml/2006/main" xmlns:ns0="http://schemas.openxmlformats.org/presentationml/2006/main" type="titleOnly" preserve="1">
  <ns0:cSld name="仅标题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标题 1"/>
          <ns0:cNvSpPr>
            <a:spLocks noGrp="1"/>
          </ns0:cNvSpPr>
          <ns0:nvPr>
            <ns0:ph type="title"/>
          </ns0:nvPr>
        </ns0:nvSpPr>
        <ns0:spPr>
          <a:xfrm>
            <a:off x="334433" y="0"/>
            <a:ext cx="11520036" cy="836613"/>
          </a:xfrm>
        </ns0:spPr>
        <ns0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ns0:txBody>
      </ns0:sp>
    </ns0:spTree>
  </ns0:cSld>
  <ns0:clrMapOvr>
    <a:masterClrMapping/>
  </ns0:clrMapOvr>
</ns0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ns0:sldLayout xmlns:a="http://schemas.openxmlformats.org/drawingml/2006/main" xmlns:ns0="http://schemas.openxmlformats.org/presentationml/2006/main" type="objTx" preserve="1">
  <ns0:cSld name="内容与标题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标题 1"/>
          <ns0:cNvSpPr>
            <a:spLocks noGrp="1"/>
          </ns0:cNvSpPr>
          <ns0:nvPr>
            <ns0:ph type="title"/>
          </ns0:nvPr>
        </ns0:nvSpPr>
        <ns0:spPr>
          <a:xfrm>
            <a:off x="334433" y="0"/>
            <a:ext cx="11523135" cy="836613"/>
          </a:xfrm>
        </ns0:spPr>
        <ns0:txBody>
          <a:bodyPr/>
          <a:lstStyle>
            <a:lvl1pPr algn="l">
              <a:defRPr sz="3200" b="1"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ns0:txBody>
      </ns0:sp>
      <ns0:sp>
        <ns0:nvSpPr>
          <ns0:cNvPr id="3" name="内容占位符 2"/>
          <ns0:cNvSpPr>
            <a:spLocks noGrp="1"/>
          </ns0:cNvSpPr>
          <ns0:nvPr>
            <ns0:ph idx="1"/>
          </ns0:nvPr>
        </ns0:nvSpPr>
        <ns0:spPr>
          <a:xfrm>
            <a:off x="4766733" y="1052512"/>
            <a:ext cx="7089907" cy="5328815"/>
          </a:xfrm>
        </ns0:spPr>
        <ns0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2000">
                <a:latin typeface="Microsoft YaHei"/>
                <a:ea typeface="微软雅黑"/>
                <a:cs typeface="Microsoft YaHei"/>
              </a:defRPr>
            </a:lvl3pPr>
            <a:lvl4pPr>
              <a:defRPr sz="2000">
                <a:latin typeface="Microsoft YaHei"/>
                <a:ea typeface="微软雅黑"/>
                <a:cs typeface="Microsoft YaHei"/>
              </a:defRPr>
            </a:lvl4pPr>
            <a:lvl5pPr>
              <a:defRPr sz="2000">
                <a:latin typeface="Microsoft YaHei"/>
                <a:ea typeface="微软雅黑"/>
                <a:cs typeface="Microsoft YaHei"/>
              </a:defRPr>
            </a:lvl5pPr>
            <a:lvl6pPr>
              <a:defRPr sz="2000">
                <a:latin typeface="Microsoft YaHei"/>
                <a:ea typeface="微软雅黑"/>
                <a:cs typeface="Microsoft YaHei"/>
              </a:defRPr>
            </a:lvl6pPr>
            <a:lvl7pPr>
              <a:defRPr sz="2000">
                <a:latin typeface="Microsoft YaHei"/>
                <a:ea typeface="微软雅黑"/>
                <a:cs typeface="Microsoft YaHei"/>
              </a:defRPr>
            </a:lvl7pPr>
            <a:lvl8pPr>
              <a:defRPr sz="2000">
                <a:latin typeface="Microsoft YaHei"/>
                <a:ea typeface="微软雅黑"/>
                <a:cs typeface="Microsoft YaHei"/>
              </a:defRPr>
            </a:lvl8pPr>
            <a:lvl9pPr>
              <a:defRPr sz="20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ns0:txBody>
      </ns0:sp>
      <ns0:sp>
        <ns0:nvSpPr>
          <ns0:cNvPr id="4" name="文本占位符 3"/>
          <ns0:cNvSpPr>
            <a:spLocks noGrp="1"/>
          </ns0:cNvSpPr>
          <ns0:nvPr>
            <ns0:ph type="body" sz="half" idx="2"/>
          </ns0:nvPr>
        </ns0:nvSpPr>
        <ns0:spPr>
          <a:xfrm>
            <a:off x="334435" y="1052514"/>
            <a:ext cx="4286251" cy="5278156"/>
          </a:xfrm>
        </ns0:spPr>
        <ns0:txBody>
          <a:bodyPr/>
          <a:lstStyle>
            <a:lvl1pPr marL="0" indent="0">
              <a:buNone/>
              <a:defRPr sz="2000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12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0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9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9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9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9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9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9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ns0:txBody>
      </ns0:sp>
    </ns0:spTree>
  </ns0:cSld>
  <ns0:clrMapOvr>
    <a:masterClrMapping/>
  </ns0:clrMapOvr>
</ns0:sldLayout>
</file>

<file path=ppt/slideLayouts/slideLayout9.xml><?xml version="1.0" encoding="utf-8"?>
<ns0:sldLayout xmlns:a="http://schemas.openxmlformats.org/drawingml/2006/main" xmlns:ns0="http://schemas.openxmlformats.org/presentationml/2006/main" type="picTx" preserve="1">
  <ns0:cSld name="图片与标题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标题 1"/>
          <ns0:cNvSpPr>
            <a:spLocks noGrp="1"/>
          </ns0:cNvSpPr>
          <ns0:nvPr>
            <ns0:ph type="title"/>
          </ns0:nvPr>
        </ns0:nvSpPr>
        <ns0:spPr>
          <a:xfrm>
            <a:off x="2389717" y="4800600"/>
            <a:ext cx="7315200" cy="566738"/>
          </a:xfrm>
        </ns0:spPr>
        <ns0:txBody>
          <a:bodyPr anchor="b"/>
          <a:lstStyle>
            <a:lvl1pPr algn="l">
              <a:defRPr sz="3200" b="1"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ns0:txBody>
      </ns0:sp>
      <ns0:sp>
        <ns0:nvSpPr>
          <ns0:cNvPr id="3" name="图片占位符 2"/>
          <ns0:cNvSpPr>
            <a:spLocks noGrp="1"/>
          </ns0:cNvSpPr>
          <ns0:nvPr>
            <ns0:ph type="pic" idx="1"/>
          </ns0:nvPr>
        </ns0:nvSpPr>
        <ns0:spPr>
          <a:xfrm>
            <a:off x="2389717" y="1052513"/>
            <a:ext cx="7315200" cy="3675062"/>
          </a:xfrm>
        </ns0:spPr>
        <ns0:txBody>
          <a:bodyPr/>
          <a:lstStyle>
            <a:lvl1pPr marL="0" indent="0">
              <a:buNone/>
              <a:defRPr sz="3200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28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24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20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20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20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20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20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20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endParaRPr lang="zh-CN" altLang="en-US" noProof="0">
              <a:latin typeface="Microsoft YaHei"/>
              <a:ea typeface="微软雅黑"/>
              <a:cs typeface="Microsoft YaHei"/>
            </a:endParaRPr>
          </a:p>
        </ns0:txBody>
      </ns0:sp>
      <ns0:sp>
        <ns0:nvSpPr>
          <ns0:cNvPr id="4" name="文本占位符 3"/>
          <ns0:cNvSpPr>
            <a:spLocks noGrp="1"/>
          </ns0:cNvSpPr>
          <ns0:nvPr>
            <ns0:ph type="body" sz="half" idx="2"/>
          </ns0:nvPr>
        </ns0:nvSpPr>
        <ns0:spPr>
          <a:xfrm>
            <a:off x="2389717" y="5367338"/>
            <a:ext cx="7315200" cy="804862"/>
          </a:xfrm>
        </ns0:spPr>
        <ns0:txBody>
          <a:bodyPr/>
          <a:lstStyle>
            <a:lvl1pPr marL="0" indent="0">
              <a:buNone/>
              <a:defRPr sz="2400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12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0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9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9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9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9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9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9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ns0:txBody>
      </ns0:sp>
    </ns0:spTree>
  </ns0:cSld>
  <ns0:clrMapOvr>
    <a:masterClrMapping/>
  </ns0:clrMapOvr>
</ns0:sldLayout>
</file>

<file path=ppt/slideLayouts/slideLayout10.xml><?xml version="1.0" encoding="utf-8"?>
<ns0:sldLayout xmlns:a="http://schemas.openxmlformats.org/drawingml/2006/main" xmlns:ns0="http://schemas.openxmlformats.org/presentationml/2006/main" type="vertTx" preserve="1">
  <ns0:cSld name="标题和竖排文字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标题 1"/>
          <ns0:cNvSpPr>
            <a:spLocks noGrp="1"/>
          </ns0:cNvSpPr>
          <ns0:nvPr>
            <ns0:ph type="title"/>
          </ns0:nvPr>
        </ns0:nvSpPr>
        <ns0:spPr>
          <a:xfrm>
            <a:off x="334507" y="0"/>
            <a:ext cx="11520944" cy="836613"/>
          </a:xfrm>
        </ns0:spPr>
        <ns0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ns0:txBody>
      </ns0:sp>
      <ns0:sp>
        <ns0:nvSpPr>
          <ns0:cNvPr id="3" name="竖排文字占位符 2"/>
          <ns0:cNvSpPr>
            <a:spLocks noGrp="1"/>
          </ns0:cNvSpPr>
          <ns0:nvPr>
            <ns0:ph type="body" orient="vert" idx="1"/>
          </ns0:nvPr>
        </ns0:nvSpPr>
        <ns0:spPr>
          <a:xfrm>
            <a:off x="334435" y="1052737"/>
            <a:ext cx="11523133" cy="5329014"/>
          </a:xfrm>
        </ns0:spPr>
        <ns0:txBody>
          <a:bodyPr vert="eaVert"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  <a:lvl2pPr>
              <a:defRPr>
                <a:latin typeface="Microsoft YaHei"/>
                <a:ea typeface="微软雅黑"/>
                <a:cs typeface="Microsoft YaHei"/>
              </a:defRPr>
            </a:lvl2pPr>
            <a:lvl3pPr>
              <a:defRPr>
                <a:latin typeface="Microsoft YaHei"/>
                <a:ea typeface="微软雅黑"/>
                <a:cs typeface="Microsoft YaHei"/>
              </a:defRPr>
            </a:lvl3pPr>
            <a:lvl4pPr>
              <a:defRPr>
                <a:latin typeface="Microsoft YaHei"/>
                <a:ea typeface="微软雅黑"/>
                <a:cs typeface="Microsoft YaHei"/>
              </a:defRPr>
            </a:lvl4pPr>
            <a:lvl5pPr>
              <a:defRPr>
                <a:latin typeface="Microsoft YaHei"/>
                <a:ea typeface="微软雅黑"/>
                <a:cs typeface="Microsoft YaHei"/>
              </a:defRPr>
            </a:lvl5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ns0:txBody>
      </ns0:sp>
    </ns0:spTree>
  </ns0:cSld>
  <ns0:clrMapOvr>
    <a:masterClrMapping/>
  </ns0:clrMapOvr>
</ns0:sldLayout>
</file>

<file path=ppt/slideLayouts/slideLayout11.xml><?xml version="1.0" encoding="utf-8"?>
<ns0:sldLayout xmlns:a="http://schemas.openxmlformats.org/drawingml/2006/main" xmlns:ns0="http://schemas.openxmlformats.org/presentationml/2006/main" type="vertTitleAndTx" preserve="1">
  <ns0:cSld name="垂直排列标题与文本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竖排标题 1"/>
          <ns0:cNvSpPr>
            <a:spLocks noGrp="1"/>
          </ns0:cNvSpPr>
          <ns0:nvPr>
            <ns0:ph type="title" orient="vert"/>
          </ns0:nvPr>
        </ns0:nvSpPr>
        <ns0:spPr>
          <a:xfrm>
            <a:off x="9168341" y="1052512"/>
            <a:ext cx="2667000" cy="5328815"/>
          </a:xfrm>
        </ns0:spPr>
        <ns0:txBody>
          <a:bodyPr vert="eaVert"/>
          <a:lstStyle>
            <a:lvl1pPr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ns0:txBody>
      </ns0:sp>
      <ns0:sp>
        <ns0:nvSpPr>
          <ns0:cNvPr id="3" name="竖排文字占位符 2"/>
          <ns0:cNvSpPr>
            <a:spLocks noGrp="1"/>
          </ns0:cNvSpPr>
          <ns0:nvPr>
            <ns0:ph type="body" orient="vert" idx="1"/>
          </ns0:nvPr>
        </ns0:nvSpPr>
        <ns0:spPr>
          <a:xfrm>
            <a:off x="334433" y="1052512"/>
            <a:ext cx="8737899" cy="5328815"/>
          </a:xfrm>
        </ns0:spPr>
        <ns0:txBody>
          <a:bodyPr vert="eaVert"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  <a:lvl2pPr>
              <a:defRPr>
                <a:latin typeface="Microsoft YaHei"/>
                <a:ea typeface="微软雅黑"/>
                <a:cs typeface="Microsoft YaHei"/>
              </a:defRPr>
            </a:lvl2pPr>
            <a:lvl3pPr>
              <a:defRPr>
                <a:latin typeface="Microsoft YaHei"/>
                <a:ea typeface="微软雅黑"/>
                <a:cs typeface="Microsoft YaHei"/>
              </a:defRPr>
            </a:lvl3pPr>
            <a:lvl4pPr>
              <a:defRPr>
                <a:latin typeface="Microsoft YaHei"/>
                <a:ea typeface="微软雅黑"/>
                <a:cs typeface="Microsoft YaHei"/>
              </a:defRPr>
            </a:lvl4pPr>
            <a:lvl5pPr>
              <a:defRPr>
                <a:latin typeface="Microsoft YaHei"/>
                <a:ea typeface="微软雅黑"/>
                <a:cs typeface="Microsoft YaHei"/>
              </a:defRPr>
            </a:lvl5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ns0:txBody>
      </ns0:sp>
    </ns0:spTree>
  </ns0:cSld>
  <ns0:clrMapOvr>
    <a:masterClrMapping/>
  </ns0:clrMapOvr>
</ns0:sldLayout>
</file>

<file path=ppt/slideLayouts/slideLayout12.xml><?xml version="1.0" encoding="utf-8"?>
<ns0:sldLayout xmlns:a="http://schemas.openxmlformats.org/drawingml/2006/main" xmlns:ns0="http://schemas.openxmlformats.org/presentationml/2006/main" type="tbl" preserve="1">
  <ns0:cSld name="标题和表格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标题 1"/>
          <ns0:cNvSpPr>
            <a:spLocks noGrp="1"/>
          </ns0:cNvSpPr>
          <ns0:nvPr>
            <ns0:ph type="title"/>
          </ns0:nvPr>
        </ns0:nvSpPr>
        <ns0:spPr>
          <a:xfrm>
            <a:off x="334433" y="0"/>
            <a:ext cx="11520036" cy="836613"/>
          </a:xfrm>
        </ns0:spPr>
        <ns0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ns0:txBody>
      </ns0:sp>
      <ns0:sp>
        <ns0:nvSpPr>
          <ns0:cNvPr id="3" name="表格占位符 2"/>
          <ns0:cNvSpPr>
            <a:spLocks noGrp="1"/>
          </ns0:cNvSpPr>
          <ns0:nvPr>
            <ns0:ph type="tbl" idx="1"/>
          </ns0:nvPr>
        </ns0:nvSpPr>
        <ns0:spPr>
          <a:xfrm>
            <a:off x="334320" y="1052514"/>
            <a:ext cx="11522321" cy="5328814"/>
          </a:xfrm>
        </ns0:spPr>
        <ns0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pPr lvl="0"/>
            <a:endParaRPr lang="zh-CN" altLang="en-US" noProof="0">
              <a:latin typeface="Microsoft YaHei"/>
              <a:ea typeface="微软雅黑"/>
              <a:cs typeface="Microsoft YaHei"/>
            </a:endParaRPr>
          </a:p>
        </ns0:txBody>
      </ns0:sp>
    </ns0:spTree>
  </ns0:cSld>
  <ns0:clrMapOvr>
    <a:masterClrMapping/>
  </ns0:clrMapOvr>
</ns0:sldLayout>
</file>

<file path=ppt/slideLayouts/slideLayout13.xml><?xml version="1.0" encoding="utf-8"?>
<ns0:sldLayout xmlns:a="http://schemas.openxmlformats.org/drawingml/2006/main" xmlns:ns0="http://schemas.openxmlformats.org/presentationml/2006/main" xmlns:ns2="http://schemas.openxmlformats.org/officeDocument/2006/relationships" xmlns:ns3="http://schemas.microsoft.com/office/drawing/2010/main" showMasterSp="0" preserve="1" userDrawn="1">
  <ns0:cSld name="标题幻灯片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3" name="Rectangle 18"/>
          <ns0:cNvSpPr>
            <a:spLocks noChangeArrowheads="1"/>
          </ns0:cNvSpPr>
          <ns0:nvPr userDrawn="1"/>
        </ns0:nvSpPr>
        <ns0:spPr bwMode="auto">
          <a:xfrm>
            <a:off x="-2117" y="981075"/>
            <a:ext cx="12187768" cy="4319588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</a:ln>
          <a:effectLst/>
        </ns0:spPr>
        <ns0:txBody>
          <a:bodyPr wrap="none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latin typeface="Microsoft YaHei"/>
              <a:ea typeface="微软雅黑"/>
              <a:cs typeface="Microsoft YaHei"/>
            </a:endParaRPr>
          </a:p>
        </ns0:txBody>
      </ns0:sp>
      <ns0:sp>
        <ns0:nvSpPr>
          <ns0:cNvPr id="4" name="AutoShape 10"/>
          <ns0:cNvSpPr>
            <a:spLocks noChangeArrowheads="1"/>
          </ns0:cNvSpPr>
          <ns0:nvPr userDrawn="1"/>
        </ns0:nvSpPr>
        <ns0:spPr bwMode="auto">
          <a:xfrm>
            <a:off x="2734733" y="2363788"/>
            <a:ext cx="480484" cy="358775"/>
          </a:xfrm>
          <a:prstGeom prst="chevron">
            <a:avLst>
              <a:gd name="adj" fmla="val 43944"/>
            </a:avLst>
          </a:prstGeom>
          <a:solidFill>
            <a:srgbClr val="0062AC">
              <a:alpha val="49001"/>
            </a:srgbClr>
          </a:solidFill>
          <a:ln w="9525">
            <a:noFill/>
            <a:miter lim="800000"/>
          </a:ln>
          <a:effectLst/>
        </ns0:spPr>
        <ns0:txBody>
          <a:bodyPr wrap="none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latin typeface="Microsoft YaHei"/>
              <a:ea typeface="微软雅黑"/>
              <a:cs typeface="Microsoft YaHei"/>
            </a:endParaRPr>
          </a:p>
        </ns0:txBody>
      </ns0:sp>
      <ns0:sp>
        <ns0:nvSpPr>
          <ns0:cNvPr id="6" name="Rectangle 11"/>
          <ns0:cNvSpPr>
            <a:spLocks noChangeArrowheads="1"/>
          </ns0:cNvSpPr>
          <ns0:nvPr userDrawn="1"/>
        </ns0:nvSpPr>
        <ns0:spPr bwMode="auto">
          <a:xfrm>
            <a:off x="0" y="0"/>
            <a:ext cx="12198351" cy="1584325"/>
          </a:xfrm>
          <a:prstGeom prst="rect">
            <a:avLst/>
          </a:prstGeom>
          <a:solidFill>
            <a:srgbClr val="0062AC"/>
          </a:solidFill>
          <a:ln w="9525">
            <a:noFill/>
            <a:miter lim="800000"/>
          </a:ln>
          <a:effectLst/>
        </ns0:spPr>
        <ns0:txBody>
          <a:bodyPr wrap="none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latin typeface="Microsoft YaHei"/>
              <a:ea typeface="微软雅黑"/>
              <a:cs typeface="Microsoft YaHei"/>
            </a:endParaRPr>
          </a:p>
        </ns0:txBody>
      </ns0:sp>
      <ns0:sp>
        <ns0:nvSpPr>
          <ns0:cNvPr id="7" name="Rectangle 11"/>
          <ns0:cNvSpPr>
            <a:spLocks noChangeArrowheads="1"/>
          </ns0:cNvSpPr>
          <ns0:nvPr userDrawn="1"/>
        </ns0:nvSpPr>
        <ns0:spPr bwMode="auto">
          <a:xfrm>
            <a:off x="6351" y="1584325"/>
            <a:ext cx="12192000" cy="7143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</a:ln>
          <a:effectLst/>
        </ns0:spPr>
        <ns0:txBody>
          <a:bodyPr wrap="none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latin typeface="Microsoft YaHei"/>
              <a:ea typeface="微软雅黑"/>
              <a:cs typeface="Microsoft YaHei"/>
            </a:endParaRPr>
          </a:p>
        </ns0:txBody>
      </ns0:sp>
      <ns0:pic>
        <ns0:nvPicPr>
          <ns0:cNvPr id="8" name="Picture 2" descr="D:\快盘\130425PPT模板与规范\标志-蓝.png"/>
          <ns0:cNvPicPr>
            <a:picLocks noChangeAspect="1" noChangeArrowheads="1"/>
          </ns0:cNvPicPr>
          <ns0:nvPr userDrawn="1"/>
        </ns0:nvPicPr>
        <ns0:blipFill>
          <a:blip ns2:embed="rId2">
            <a:extLst>
              <a:ext uri="{28A0092B-C50C-407E-A947-70E740481C1C}">
                <ns3:useLocalDpi val="0"/>
              </a:ext>
            </a:extLst>
          </a:blip>
          <a:srcRect/>
          <a:stretch>
            <a:fillRect/>
          </a:stretch>
        </ns0:blipFill>
        <ns0:spPr bwMode="auto">
          <a:xfrm>
            <a:off x="7056967" y="5516563"/>
            <a:ext cx="4578351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3:hiddenFill>
                <a:solidFill>
                  <a:srgbClr val="FFFFFF"/>
                </a:solidFill>
              </ns3:hiddenFill>
            </a:ext>
            <a:ext uri="{91240B29-F687-4F45-9708-019B960494DF}">
              <ns3:hiddenLine w="9525">
                <a:solidFill>
                  <a:srgbClr val="000000"/>
                </a:solidFill>
                <a:miter lim="800000"/>
                <a:headEnd/>
                <a:tailEnd/>
              </ns3:hiddenLine>
            </a:ext>
          </a:extLst>
        </ns0:spPr>
      </ns0:pic>
      <ns0:sp>
        <ns0:nvSpPr>
          <ns0:cNvPr id="10243" name="Rectangle 3"/>
          <ns0:cNvSpPr>
            <a:spLocks noGrp="1" noChangeArrowheads="1"/>
          </ns0:cNvSpPr>
          <ns0:nvPr>
            <ns0:ph type="subTitle" idx="1"/>
          </ns0:nvPr>
        </ns0:nvSpPr>
        <ns0:spPr>
          <a:xfrm>
            <a:off x="3310799" y="2060575"/>
            <a:ext cx="8161535" cy="1223963"/>
          </a:xfrm>
        </ns0:spPr>
        <ns0:txBody>
          <a:bodyPr lIns="91440"/>
          <a:lstStyle>
            <a:lvl1pPr marL="0" indent="0">
              <a:buFontTx/>
              <a:buNone/>
              <a:defRPr sz="4000" b="1">
                <a:solidFill>
                  <a:srgbClr val="0062AC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单击此处编辑母版副标题样式</a:t>
            </a:r>
            <a:endParaRPr lang="en-US" altLang="zh-CN" dirty="0">
              <a:latin typeface="Microsoft YaHei"/>
              <a:ea typeface="微软雅黑"/>
              <a:cs typeface="Microsoft YaHei"/>
            </a:endParaRPr>
          </a:p>
        </ns0:txBody>
      </ns0:sp>
    </ns0:spTree>
  </ns0:cSld>
  <ns0:clrMapOvr>
    <a:masterClrMapping/>
  </ns0:clrMapOvr>
</ns0:sldLayout>
</file>

<file path=ppt/slideLayouts/slideLayout14.xml><?xml version="1.0" encoding="utf-8"?>
<ns0:sldLayout xmlns:a="http://schemas.openxmlformats.org/drawingml/2006/main" xmlns:ns0="http://schemas.openxmlformats.org/presentationml/2006/main" type="obj" preserve="1">
  <ns0:cSld name="标题和内容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标题 1"/>
          <ns0:cNvSpPr>
            <a:spLocks noGrp="1"/>
          </ns0:cNvSpPr>
          <ns0:nvPr>
            <ns0:ph type="title"/>
          </ns0:nvPr>
        </ns0:nvSpPr>
        <ns0:spPr>
          <a:xfrm>
            <a:off x="334507" y="0"/>
            <a:ext cx="11520944" cy="836613"/>
          </a:xfrm>
        </ns0:spPr>
        <ns0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ns0:txBody>
      </ns0:sp>
      <ns0:sp>
        <ns0:nvSpPr>
          <ns0:cNvPr id="3" name="内容占位符 2"/>
          <ns0:cNvSpPr>
            <a:spLocks noGrp="1"/>
          </ns0:cNvSpPr>
          <ns0:nvPr>
            <ns0:ph idx="1"/>
          </ns0:nvPr>
        </ns0:nvSpPr>
        <ns0:spPr>
          <a:xfrm>
            <a:off x="334435" y="1052737"/>
            <a:ext cx="11523133" cy="5329014"/>
          </a:xfrm>
        </ns0:spPr>
        <ns0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  <a:lvl2pPr>
              <a:defRPr>
                <a:latin typeface="Microsoft YaHei"/>
                <a:ea typeface="微软雅黑"/>
                <a:cs typeface="Microsoft YaHei"/>
              </a:defRPr>
            </a:lvl2pPr>
            <a:lvl3pPr>
              <a:defRPr>
                <a:latin typeface="Microsoft YaHei"/>
                <a:ea typeface="微软雅黑"/>
                <a:cs typeface="Microsoft YaHei"/>
              </a:defRPr>
            </a:lvl3pPr>
            <a:lvl4pPr>
              <a:defRPr>
                <a:latin typeface="Microsoft YaHei"/>
                <a:ea typeface="微软雅黑"/>
                <a:cs typeface="Microsoft YaHei"/>
              </a:defRPr>
            </a:lvl4pPr>
            <a:lvl5pPr>
              <a:defRPr>
                <a:latin typeface="Microsoft YaHei"/>
                <a:ea typeface="微软雅黑"/>
                <a:cs typeface="Microsoft YaHei"/>
              </a:defRPr>
            </a:lvl5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ns0:txBody>
      </ns0:sp>
    </ns0:spTree>
  </ns0:cSld>
  <ns0:clrMapOvr>
    <a:masterClrMapping/>
  </ns0:clrMapOvr>
</ns0:sldLayout>
</file>

<file path=ppt/slideLayouts/slideLayout15.xml><?xml version="1.0" encoding="utf-8"?>
<ns0:sldLayout xmlns:a="http://schemas.openxmlformats.org/drawingml/2006/main" xmlns:ns0="http://schemas.openxmlformats.org/presentationml/2006/main" type="secHead" preserve="1">
  <ns0:cSld name="节标题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标题 1"/>
          <ns0:cNvSpPr>
            <a:spLocks noGrp="1"/>
          </ns0:cNvSpPr>
          <ns0:nvPr>
            <ns0:ph type="title"/>
          </ns0:nvPr>
        </ns0:nvSpPr>
        <ns0:spPr>
          <a:xfrm>
            <a:off x="963084" y="4406900"/>
            <a:ext cx="10363200" cy="1362075"/>
          </a:xfrm>
        </ns0:spPr>
        <ns0:txBody>
          <a:bodyPr anchor="t"/>
          <a:lstStyle>
            <a:lvl1pPr algn="l">
              <a:defRPr sz="4000" b="1" cap="all"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ns0:txBody>
      </ns0:sp>
      <ns0:sp>
        <ns0:nvSpPr>
          <ns0:cNvPr id="3" name="文本占位符 2"/>
          <ns0:cNvSpPr>
            <a:spLocks noGrp="1"/>
          </ns0:cNvSpPr>
          <ns0:nvPr>
            <ns0:ph type="body" idx="1"/>
          </ns0:nvPr>
        </ns0:nvSpPr>
        <ns0:spPr>
          <a:xfrm>
            <a:off x="963084" y="2906713"/>
            <a:ext cx="10363200" cy="1500187"/>
          </a:xfrm>
        </ns0:spPr>
        <ns0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18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6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14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14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14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14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14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14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ns0:txBody>
      </ns0:sp>
    </ns0:spTree>
  </ns0:cSld>
  <ns0:clrMapOvr>
    <a:masterClrMapping/>
  </ns0:clrMapOvr>
</ns0:sldLayout>
</file>

<file path=ppt/slideLayouts/slideLayout16.xml><?xml version="1.0" encoding="utf-8"?>
<ns0:sldLayout xmlns:a="http://schemas.openxmlformats.org/drawingml/2006/main" xmlns:ns0="http://schemas.openxmlformats.org/presentationml/2006/main" type="twoObj" preserve="1">
  <ns0:cSld name="两栏内容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标题 1"/>
          <ns0:cNvSpPr>
            <a:spLocks noGrp="1"/>
          </ns0:cNvSpPr>
          <ns0:nvPr>
            <ns0:ph type="title"/>
          </ns0:nvPr>
        </ns0:nvSpPr>
        <ns0:spPr>
          <a:xfrm>
            <a:off x="334433" y="0"/>
            <a:ext cx="11521017" cy="836613"/>
          </a:xfrm>
        </ns0:spPr>
        <ns0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ns0:txBody>
      </ns0:sp>
      <ns0:sp>
        <ns0:nvSpPr>
          <ns0:cNvPr id="3" name="内容占位符 2"/>
          <ns0:cNvSpPr>
            <a:spLocks noGrp="1"/>
          </ns0:cNvSpPr>
          <ns0:nvPr>
            <ns0:ph sz="half" idx="1"/>
          </ns0:nvPr>
        </ns0:nvSpPr>
        <ns0:spPr>
          <a:xfrm>
            <a:off x="334433" y="1052514"/>
            <a:ext cx="5665556" cy="5328814"/>
          </a:xfrm>
        </ns0:spPr>
        <ns0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2000">
                <a:latin typeface="Microsoft YaHei"/>
                <a:ea typeface="微软雅黑"/>
                <a:cs typeface="Microsoft YaHei"/>
              </a:defRPr>
            </a:lvl3pPr>
            <a:lvl4pPr>
              <a:defRPr sz="2000">
                <a:latin typeface="Microsoft YaHei"/>
                <a:ea typeface="微软雅黑"/>
                <a:cs typeface="Microsoft YaHei"/>
              </a:defRPr>
            </a:lvl4pPr>
            <a:lvl5pPr>
              <a:defRPr sz="2000">
                <a:latin typeface="Microsoft YaHei"/>
                <a:ea typeface="微软雅黑"/>
                <a:cs typeface="Microsoft YaHei"/>
              </a:defRPr>
            </a:lvl5pPr>
            <a:lvl6pPr>
              <a:defRPr sz="1800">
                <a:latin typeface="Microsoft YaHei"/>
                <a:ea typeface="微软雅黑"/>
                <a:cs typeface="Microsoft YaHei"/>
              </a:defRPr>
            </a:lvl6pPr>
            <a:lvl7pPr>
              <a:defRPr sz="1800">
                <a:latin typeface="Microsoft YaHei"/>
                <a:ea typeface="微软雅黑"/>
                <a:cs typeface="Microsoft YaHei"/>
              </a:defRPr>
            </a:lvl7pPr>
            <a:lvl8pPr>
              <a:defRPr sz="1800">
                <a:latin typeface="Microsoft YaHei"/>
                <a:ea typeface="微软雅黑"/>
                <a:cs typeface="Microsoft YaHei"/>
              </a:defRPr>
            </a:lvl8pPr>
            <a:lvl9pPr>
              <a:defRPr sz="18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ns0:txBody>
      </ns0:sp>
      <ns0:sp>
        <ns0:nvSpPr>
          <ns0:cNvPr id="4" name="内容占位符 3"/>
          <ns0:cNvSpPr>
            <a:spLocks noGrp="1"/>
          </ns0:cNvSpPr>
          <ns0:nvPr>
            <ns0:ph sz="half" idx="2"/>
          </ns0:nvPr>
        </ns0:nvSpPr>
        <ns0:spPr>
          <a:xfrm>
            <a:off x="6192011" y="1052514"/>
            <a:ext cx="5664629" cy="5328814"/>
          </a:xfrm>
        </ns0:spPr>
        <ns0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2000">
                <a:latin typeface="Microsoft YaHei"/>
                <a:ea typeface="微软雅黑"/>
                <a:cs typeface="Microsoft YaHei"/>
              </a:defRPr>
            </a:lvl3pPr>
            <a:lvl4pPr>
              <a:defRPr sz="2000">
                <a:latin typeface="Microsoft YaHei"/>
                <a:ea typeface="微软雅黑"/>
                <a:cs typeface="Microsoft YaHei"/>
              </a:defRPr>
            </a:lvl4pPr>
            <a:lvl5pPr>
              <a:defRPr sz="2000">
                <a:latin typeface="Microsoft YaHei"/>
                <a:ea typeface="微软雅黑"/>
                <a:cs typeface="Microsoft YaHei"/>
              </a:defRPr>
            </a:lvl5pPr>
            <a:lvl6pPr>
              <a:defRPr sz="1800">
                <a:latin typeface="Microsoft YaHei"/>
                <a:ea typeface="微软雅黑"/>
                <a:cs typeface="Microsoft YaHei"/>
              </a:defRPr>
            </a:lvl6pPr>
            <a:lvl7pPr>
              <a:defRPr sz="1800">
                <a:latin typeface="Microsoft YaHei"/>
                <a:ea typeface="微软雅黑"/>
                <a:cs typeface="Microsoft YaHei"/>
              </a:defRPr>
            </a:lvl7pPr>
            <a:lvl8pPr>
              <a:defRPr sz="1800">
                <a:latin typeface="Microsoft YaHei"/>
                <a:ea typeface="微软雅黑"/>
                <a:cs typeface="Microsoft YaHei"/>
              </a:defRPr>
            </a:lvl8pPr>
            <a:lvl9pPr>
              <a:defRPr sz="18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ns0:txBody>
      </ns0:sp>
    </ns0:spTree>
  </ns0:cSld>
  <ns0:clrMapOvr>
    <a:masterClrMapping/>
  </ns0:clrMapOvr>
</ns0:sldLayout>
</file>

<file path=ppt/slideLayouts/slideLayout17.xml><?xml version="1.0" encoding="utf-8"?>
<ns0:sldLayout xmlns:a="http://schemas.openxmlformats.org/drawingml/2006/main" xmlns:ns0="http://schemas.openxmlformats.org/presentationml/2006/main" type="twoTxTwoObj" preserve="1">
  <ns0:cSld name="比较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标题 1"/>
          <ns0:cNvSpPr>
            <a:spLocks noGrp="1"/>
          </ns0:cNvSpPr>
          <ns0:nvPr>
            <ns0:ph type="title"/>
          </ns0:nvPr>
        </ns0:nvSpPr>
        <ns0:spPr>
          <a:xfrm>
            <a:off x="334433" y="0"/>
            <a:ext cx="11522207" cy="836613"/>
          </a:xfrm>
        </ns0:spPr>
        <ns0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ns0:txBody>
      </ns0:sp>
      <ns0:sp>
        <ns0:nvSpPr>
          <ns0:cNvPr id="3" name="文本占位符 2"/>
          <ns0:cNvSpPr>
            <a:spLocks noGrp="1"/>
          </ns0:cNvSpPr>
          <ns0:nvPr>
            <ns0:ph type="body" idx="1"/>
          </ns0:nvPr>
        </ns0:nvSpPr>
        <ns0:spPr>
          <a:xfrm>
            <a:off x="334433" y="1052736"/>
            <a:ext cx="5569545" cy="639762"/>
          </a:xfrm>
        </ns0:spPr>
        <ns0:txBody>
          <a:bodyPr anchor="b"/>
          <a:lstStyle>
            <a:lvl1pPr marL="0" indent="0">
              <a:buNone/>
              <a:defRPr sz="2400" b="1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2000" b="1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800" b="1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ns0:txBody>
      </ns0:sp>
      <ns0:sp>
        <ns0:nvSpPr>
          <ns0:cNvPr id="4" name="内容占位符 3"/>
          <ns0:cNvSpPr>
            <a:spLocks noGrp="1"/>
          </ns0:cNvSpPr>
          <ns0:nvPr>
            <ns0:ph sz="half" idx="2"/>
          </ns0:nvPr>
        </ns0:nvSpPr>
        <ns0:spPr>
          <a:xfrm>
            <a:off x="334433" y="1772816"/>
            <a:ext cx="5569545" cy="4608512"/>
          </a:xfrm>
        </ns0:spPr>
        <ns0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1800">
                <a:latin typeface="Microsoft YaHei"/>
                <a:ea typeface="微软雅黑"/>
                <a:cs typeface="Microsoft YaHei"/>
              </a:defRPr>
            </a:lvl3pPr>
            <a:lvl4pPr>
              <a:defRPr sz="1600">
                <a:latin typeface="Microsoft YaHei"/>
                <a:ea typeface="微软雅黑"/>
                <a:cs typeface="Microsoft YaHei"/>
              </a:defRPr>
            </a:lvl4pPr>
            <a:lvl5pPr>
              <a:defRPr sz="1600">
                <a:latin typeface="Microsoft YaHei"/>
                <a:ea typeface="微软雅黑"/>
                <a:cs typeface="Microsoft YaHei"/>
              </a:defRPr>
            </a:lvl5pPr>
            <a:lvl6pPr>
              <a:defRPr sz="1600">
                <a:latin typeface="Microsoft YaHei"/>
                <a:ea typeface="微软雅黑"/>
                <a:cs typeface="Microsoft YaHei"/>
              </a:defRPr>
            </a:lvl6pPr>
            <a:lvl7pPr>
              <a:defRPr sz="1600">
                <a:latin typeface="Microsoft YaHei"/>
                <a:ea typeface="微软雅黑"/>
                <a:cs typeface="Microsoft YaHei"/>
              </a:defRPr>
            </a:lvl7pPr>
            <a:lvl8pPr>
              <a:defRPr sz="1600">
                <a:latin typeface="Microsoft YaHei"/>
                <a:ea typeface="微软雅黑"/>
                <a:cs typeface="Microsoft YaHei"/>
              </a:defRPr>
            </a:lvl8pPr>
            <a:lvl9pPr>
              <a:defRPr sz="16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ns0:txBody>
      </ns0:sp>
      <ns0:sp>
        <ns0:nvSpPr>
          <ns0:cNvPr id="5" name="文本占位符 4"/>
          <ns0:cNvSpPr>
            <a:spLocks noGrp="1"/>
          </ns0:cNvSpPr>
          <ns0:nvPr>
            <ns0:ph type="body" sz="quarter" idx="3"/>
          </ns0:nvPr>
        </ns0:nvSpPr>
        <ns0:spPr>
          <a:xfrm>
            <a:off x="6096000" y="1052736"/>
            <a:ext cx="5760641" cy="639762"/>
          </a:xfrm>
        </ns0:spPr>
        <ns0:txBody>
          <a:bodyPr anchor="b"/>
          <a:lstStyle>
            <a:lvl1pPr marL="0" indent="0">
              <a:buNone/>
              <a:defRPr sz="2400" b="1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2000" b="1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800" b="1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ns0:txBody>
      </ns0:sp>
      <ns0:sp>
        <ns0:nvSpPr>
          <ns0:cNvPr id="6" name="内容占位符 5"/>
          <ns0:cNvSpPr>
            <a:spLocks noGrp="1"/>
          </ns0:cNvSpPr>
          <ns0:nvPr>
            <ns0:ph sz="quarter" idx="4"/>
          </ns0:nvPr>
        </ns0:nvSpPr>
        <ns0:spPr>
          <a:xfrm>
            <a:off x="6096000" y="1772816"/>
            <a:ext cx="5760641" cy="4608512"/>
          </a:xfrm>
        </ns0:spPr>
        <ns0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1800">
                <a:latin typeface="Microsoft YaHei"/>
                <a:ea typeface="微软雅黑"/>
                <a:cs typeface="Microsoft YaHei"/>
              </a:defRPr>
            </a:lvl3pPr>
            <a:lvl4pPr>
              <a:defRPr sz="1600">
                <a:latin typeface="Microsoft YaHei"/>
                <a:ea typeface="微软雅黑"/>
                <a:cs typeface="Microsoft YaHei"/>
              </a:defRPr>
            </a:lvl4pPr>
            <a:lvl5pPr>
              <a:defRPr sz="1600">
                <a:latin typeface="Microsoft YaHei"/>
                <a:ea typeface="微软雅黑"/>
                <a:cs typeface="Microsoft YaHei"/>
              </a:defRPr>
            </a:lvl5pPr>
            <a:lvl6pPr>
              <a:defRPr sz="1600">
                <a:latin typeface="Microsoft YaHei"/>
                <a:ea typeface="微软雅黑"/>
                <a:cs typeface="Microsoft YaHei"/>
              </a:defRPr>
            </a:lvl6pPr>
            <a:lvl7pPr>
              <a:defRPr sz="1600">
                <a:latin typeface="Microsoft YaHei"/>
                <a:ea typeface="微软雅黑"/>
                <a:cs typeface="Microsoft YaHei"/>
              </a:defRPr>
            </a:lvl7pPr>
            <a:lvl8pPr>
              <a:defRPr sz="1600">
                <a:latin typeface="Microsoft YaHei"/>
                <a:ea typeface="微软雅黑"/>
                <a:cs typeface="Microsoft YaHei"/>
              </a:defRPr>
            </a:lvl8pPr>
            <a:lvl9pPr>
              <a:defRPr sz="16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ns0:txBody>
      </ns0:sp>
    </ns0:spTree>
  </ns0:cSld>
  <ns0:clrMapOvr>
    <a:masterClrMapping/>
  </ns0:clrMapOvr>
</ns0:sldLayout>
</file>

<file path=ppt/slideLayouts/slideLayout18.xml><?xml version="1.0" encoding="utf-8"?>
<ns0:sldLayout xmlns:a="http://schemas.openxmlformats.org/drawingml/2006/main" xmlns:ns0="http://schemas.openxmlformats.org/presentationml/2006/main" type="titleOnly" preserve="1">
  <ns0:cSld name="仅标题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标题 1"/>
          <ns0:cNvSpPr>
            <a:spLocks noGrp="1"/>
          </ns0:cNvSpPr>
          <ns0:nvPr>
            <ns0:ph type="title"/>
          </ns0:nvPr>
        </ns0:nvSpPr>
        <ns0:spPr>
          <a:xfrm>
            <a:off x="334433" y="0"/>
            <a:ext cx="11520036" cy="836613"/>
          </a:xfrm>
        </ns0:spPr>
        <ns0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ns0:txBody>
      </ns0:sp>
    </ns0:spTree>
  </ns0:cSld>
  <ns0:clrMapOvr>
    <a:masterClrMapping/>
  </ns0:clrMapOvr>
</ns0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ns0:sldLayout xmlns:a="http://schemas.openxmlformats.org/drawingml/2006/main" xmlns:ns0="http://schemas.openxmlformats.org/presentationml/2006/main" type="objTx" preserve="1">
  <ns0:cSld name="内容与标题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标题 1"/>
          <ns0:cNvSpPr>
            <a:spLocks noGrp="1"/>
          </ns0:cNvSpPr>
          <ns0:nvPr>
            <ns0:ph type="title"/>
          </ns0:nvPr>
        </ns0:nvSpPr>
        <ns0:spPr>
          <a:xfrm>
            <a:off x="334433" y="0"/>
            <a:ext cx="11523135" cy="836613"/>
          </a:xfrm>
        </ns0:spPr>
        <ns0:txBody>
          <a:bodyPr/>
          <a:lstStyle>
            <a:lvl1pPr algn="l">
              <a:defRPr sz="3200" b="1"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ns0:txBody>
      </ns0:sp>
      <ns0:sp>
        <ns0:nvSpPr>
          <ns0:cNvPr id="3" name="内容占位符 2"/>
          <ns0:cNvSpPr>
            <a:spLocks noGrp="1"/>
          </ns0:cNvSpPr>
          <ns0:nvPr>
            <ns0:ph idx="1"/>
          </ns0:nvPr>
        </ns0:nvSpPr>
        <ns0:spPr>
          <a:xfrm>
            <a:off x="4766733" y="1052512"/>
            <a:ext cx="7089907" cy="5328815"/>
          </a:xfrm>
        </ns0:spPr>
        <ns0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2000">
                <a:latin typeface="Microsoft YaHei"/>
                <a:ea typeface="微软雅黑"/>
                <a:cs typeface="Microsoft YaHei"/>
              </a:defRPr>
            </a:lvl3pPr>
            <a:lvl4pPr>
              <a:defRPr sz="2000">
                <a:latin typeface="Microsoft YaHei"/>
                <a:ea typeface="微软雅黑"/>
                <a:cs typeface="Microsoft YaHei"/>
              </a:defRPr>
            </a:lvl4pPr>
            <a:lvl5pPr>
              <a:defRPr sz="2000">
                <a:latin typeface="Microsoft YaHei"/>
                <a:ea typeface="微软雅黑"/>
                <a:cs typeface="Microsoft YaHei"/>
              </a:defRPr>
            </a:lvl5pPr>
            <a:lvl6pPr>
              <a:defRPr sz="2000">
                <a:latin typeface="Microsoft YaHei"/>
                <a:ea typeface="微软雅黑"/>
                <a:cs typeface="Microsoft YaHei"/>
              </a:defRPr>
            </a:lvl6pPr>
            <a:lvl7pPr>
              <a:defRPr sz="2000">
                <a:latin typeface="Microsoft YaHei"/>
                <a:ea typeface="微软雅黑"/>
                <a:cs typeface="Microsoft YaHei"/>
              </a:defRPr>
            </a:lvl7pPr>
            <a:lvl8pPr>
              <a:defRPr sz="2000">
                <a:latin typeface="Microsoft YaHei"/>
                <a:ea typeface="微软雅黑"/>
                <a:cs typeface="Microsoft YaHei"/>
              </a:defRPr>
            </a:lvl8pPr>
            <a:lvl9pPr>
              <a:defRPr sz="20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ns0:txBody>
      </ns0:sp>
      <ns0:sp>
        <ns0:nvSpPr>
          <ns0:cNvPr id="4" name="文本占位符 3"/>
          <ns0:cNvSpPr>
            <a:spLocks noGrp="1"/>
          </ns0:cNvSpPr>
          <ns0:nvPr>
            <ns0:ph type="body" sz="half" idx="2"/>
          </ns0:nvPr>
        </ns0:nvSpPr>
        <ns0:spPr>
          <a:xfrm>
            <a:off x="334435" y="1052514"/>
            <a:ext cx="4286251" cy="5278156"/>
          </a:xfrm>
        </ns0:spPr>
        <ns0:txBody>
          <a:bodyPr/>
          <a:lstStyle>
            <a:lvl1pPr marL="0" indent="0">
              <a:buNone/>
              <a:defRPr sz="2000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12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0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9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9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9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9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9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9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ns0:txBody>
      </ns0:sp>
    </ns0:spTree>
  </ns0:cSld>
  <ns0:clrMapOvr>
    <a:masterClrMapping/>
  </ns0:clrMapOvr>
</ns0:sldLayout>
</file>

<file path=ppt/slideLayouts/slideLayout21.xml><?xml version="1.0" encoding="utf-8"?>
<ns0:sldLayout xmlns:a="http://schemas.openxmlformats.org/drawingml/2006/main" xmlns:ns0="http://schemas.openxmlformats.org/presentationml/2006/main" type="picTx" preserve="1">
  <ns0:cSld name="图片与标题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标题 1"/>
          <ns0:cNvSpPr>
            <a:spLocks noGrp="1"/>
          </ns0:cNvSpPr>
          <ns0:nvPr>
            <ns0:ph type="title"/>
          </ns0:nvPr>
        </ns0:nvSpPr>
        <ns0:spPr>
          <a:xfrm>
            <a:off x="2389717" y="4800600"/>
            <a:ext cx="7315200" cy="566738"/>
          </a:xfrm>
        </ns0:spPr>
        <ns0:txBody>
          <a:bodyPr anchor="b"/>
          <a:lstStyle>
            <a:lvl1pPr algn="l">
              <a:defRPr sz="3200" b="1"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ns0:txBody>
      </ns0:sp>
      <ns0:sp>
        <ns0:nvSpPr>
          <ns0:cNvPr id="3" name="图片占位符 2"/>
          <ns0:cNvSpPr>
            <a:spLocks noGrp="1"/>
          </ns0:cNvSpPr>
          <ns0:nvPr>
            <ns0:ph type="pic" idx="1"/>
          </ns0:nvPr>
        </ns0:nvSpPr>
        <ns0:spPr>
          <a:xfrm>
            <a:off x="2389717" y="1052513"/>
            <a:ext cx="7315200" cy="3675062"/>
          </a:xfrm>
        </ns0:spPr>
        <ns0:txBody>
          <a:bodyPr/>
          <a:lstStyle>
            <a:lvl1pPr marL="0" indent="0">
              <a:buNone/>
              <a:defRPr sz="3200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28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24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20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20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20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20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20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20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endParaRPr lang="zh-CN" altLang="en-US" noProof="0">
              <a:latin typeface="Microsoft YaHei"/>
              <a:ea typeface="微软雅黑"/>
              <a:cs typeface="Microsoft YaHei"/>
            </a:endParaRPr>
          </a:p>
        </ns0:txBody>
      </ns0:sp>
      <ns0:sp>
        <ns0:nvSpPr>
          <ns0:cNvPr id="4" name="文本占位符 3"/>
          <ns0:cNvSpPr>
            <a:spLocks noGrp="1"/>
          </ns0:cNvSpPr>
          <ns0:nvPr>
            <ns0:ph type="body" sz="half" idx="2"/>
          </ns0:nvPr>
        </ns0:nvSpPr>
        <ns0:spPr>
          <a:xfrm>
            <a:off x="2389717" y="5367338"/>
            <a:ext cx="7315200" cy="804862"/>
          </a:xfrm>
        </ns0:spPr>
        <ns0:txBody>
          <a:bodyPr/>
          <a:lstStyle>
            <a:lvl1pPr marL="0" indent="0">
              <a:buNone/>
              <a:defRPr sz="2400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12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0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9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9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9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9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9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9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ns0:txBody>
      </ns0:sp>
    </ns0:spTree>
  </ns0:cSld>
  <ns0:clrMapOvr>
    <a:masterClrMapping/>
  </ns0:clrMapOvr>
</ns0:sldLayout>
</file>

<file path=ppt/slideLayouts/slideLayout22.xml><?xml version="1.0" encoding="utf-8"?>
<ns0:sldLayout xmlns:a="http://schemas.openxmlformats.org/drawingml/2006/main" xmlns:ns0="http://schemas.openxmlformats.org/presentationml/2006/main" type="vertTx" preserve="1">
  <ns0:cSld name="标题和竖排文字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标题 1"/>
          <ns0:cNvSpPr>
            <a:spLocks noGrp="1"/>
          </ns0:cNvSpPr>
          <ns0:nvPr>
            <ns0:ph type="title"/>
          </ns0:nvPr>
        </ns0:nvSpPr>
        <ns0:spPr>
          <a:xfrm>
            <a:off x="334507" y="0"/>
            <a:ext cx="11520944" cy="836613"/>
          </a:xfrm>
        </ns0:spPr>
        <ns0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ns0:txBody>
      </ns0:sp>
      <ns0:sp>
        <ns0:nvSpPr>
          <ns0:cNvPr id="3" name="竖排文字占位符 2"/>
          <ns0:cNvSpPr>
            <a:spLocks noGrp="1"/>
          </ns0:cNvSpPr>
          <ns0:nvPr>
            <ns0:ph type="body" orient="vert" idx="1"/>
          </ns0:nvPr>
        </ns0:nvSpPr>
        <ns0:spPr>
          <a:xfrm>
            <a:off x="334435" y="1052737"/>
            <a:ext cx="11523133" cy="5329014"/>
          </a:xfrm>
        </ns0:spPr>
        <ns0:txBody>
          <a:bodyPr vert="eaVert"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  <a:lvl2pPr>
              <a:defRPr>
                <a:latin typeface="Microsoft YaHei"/>
                <a:ea typeface="微软雅黑"/>
                <a:cs typeface="Microsoft YaHei"/>
              </a:defRPr>
            </a:lvl2pPr>
            <a:lvl3pPr>
              <a:defRPr>
                <a:latin typeface="Microsoft YaHei"/>
                <a:ea typeface="微软雅黑"/>
                <a:cs typeface="Microsoft YaHei"/>
              </a:defRPr>
            </a:lvl3pPr>
            <a:lvl4pPr>
              <a:defRPr>
                <a:latin typeface="Microsoft YaHei"/>
                <a:ea typeface="微软雅黑"/>
                <a:cs typeface="Microsoft YaHei"/>
              </a:defRPr>
            </a:lvl4pPr>
            <a:lvl5pPr>
              <a:defRPr>
                <a:latin typeface="Microsoft YaHei"/>
                <a:ea typeface="微软雅黑"/>
                <a:cs typeface="Microsoft YaHei"/>
              </a:defRPr>
            </a:lvl5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ns0:txBody>
      </ns0:sp>
    </ns0:spTree>
  </ns0:cSld>
  <ns0:clrMapOvr>
    <a:masterClrMapping/>
  </ns0:clrMapOvr>
</ns0:sldLayout>
</file>

<file path=ppt/slideLayouts/slideLayout23.xml><?xml version="1.0" encoding="utf-8"?>
<ns0:sldLayout xmlns:a="http://schemas.openxmlformats.org/drawingml/2006/main" xmlns:ns0="http://schemas.openxmlformats.org/presentationml/2006/main" type="vertTitleAndTx" preserve="1">
  <ns0:cSld name="垂直排列标题与文本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竖排标题 1"/>
          <ns0:cNvSpPr>
            <a:spLocks noGrp="1"/>
          </ns0:cNvSpPr>
          <ns0:nvPr>
            <ns0:ph type="title" orient="vert"/>
          </ns0:nvPr>
        </ns0:nvSpPr>
        <ns0:spPr>
          <a:xfrm>
            <a:off x="9168341" y="1052512"/>
            <a:ext cx="2667000" cy="5328815"/>
          </a:xfrm>
        </ns0:spPr>
        <ns0:txBody>
          <a:bodyPr vert="eaVert"/>
          <a:lstStyle>
            <a:lvl1pPr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ns0:txBody>
      </ns0:sp>
      <ns0:sp>
        <ns0:nvSpPr>
          <ns0:cNvPr id="3" name="竖排文字占位符 2"/>
          <ns0:cNvSpPr>
            <a:spLocks noGrp="1"/>
          </ns0:cNvSpPr>
          <ns0:nvPr>
            <ns0:ph type="body" orient="vert" idx="1"/>
          </ns0:nvPr>
        </ns0:nvSpPr>
        <ns0:spPr>
          <a:xfrm>
            <a:off x="334433" y="1052512"/>
            <a:ext cx="8737899" cy="5328815"/>
          </a:xfrm>
        </ns0:spPr>
        <ns0:txBody>
          <a:bodyPr vert="eaVert"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  <a:lvl2pPr>
              <a:defRPr>
                <a:latin typeface="Microsoft YaHei"/>
                <a:ea typeface="微软雅黑"/>
                <a:cs typeface="Microsoft YaHei"/>
              </a:defRPr>
            </a:lvl2pPr>
            <a:lvl3pPr>
              <a:defRPr>
                <a:latin typeface="Microsoft YaHei"/>
                <a:ea typeface="微软雅黑"/>
                <a:cs typeface="Microsoft YaHei"/>
              </a:defRPr>
            </a:lvl3pPr>
            <a:lvl4pPr>
              <a:defRPr>
                <a:latin typeface="Microsoft YaHei"/>
                <a:ea typeface="微软雅黑"/>
                <a:cs typeface="Microsoft YaHei"/>
              </a:defRPr>
            </a:lvl4pPr>
            <a:lvl5pPr>
              <a:defRPr>
                <a:latin typeface="Microsoft YaHei"/>
                <a:ea typeface="微软雅黑"/>
                <a:cs typeface="Microsoft YaHei"/>
              </a:defRPr>
            </a:lvl5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ns0:txBody>
      </ns0:sp>
    </ns0:spTree>
  </ns0:cSld>
  <ns0:clrMapOvr>
    <a:masterClrMapping/>
  </ns0:clrMapOvr>
</ns0:sldLayout>
</file>

<file path=ppt/slideLayouts/slideLayout24.xml><?xml version="1.0" encoding="utf-8"?>
<ns0:sldLayout xmlns:a="http://schemas.openxmlformats.org/drawingml/2006/main" xmlns:ns0="http://schemas.openxmlformats.org/presentationml/2006/main" type="tbl" preserve="1">
  <ns0:cSld name="标题和表格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标题 1"/>
          <ns0:cNvSpPr>
            <a:spLocks noGrp="1"/>
          </ns0:cNvSpPr>
          <ns0:nvPr>
            <ns0:ph type="title"/>
          </ns0:nvPr>
        </ns0:nvSpPr>
        <ns0:spPr>
          <a:xfrm>
            <a:off x="334433" y="0"/>
            <a:ext cx="11520036" cy="836613"/>
          </a:xfrm>
        </ns0:spPr>
        <ns0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ns0:txBody>
      </ns0:sp>
      <ns0:sp>
        <ns0:nvSpPr>
          <ns0:cNvPr id="3" name="表格占位符 2"/>
          <ns0:cNvSpPr>
            <a:spLocks noGrp="1"/>
          </ns0:cNvSpPr>
          <ns0:nvPr>
            <ns0:ph type="tbl" idx="1"/>
          </ns0:nvPr>
        </ns0:nvSpPr>
        <ns0:spPr>
          <a:xfrm>
            <a:off x="334320" y="1052514"/>
            <a:ext cx="11522321" cy="5328814"/>
          </a:xfrm>
        </ns0:spPr>
        <ns0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pPr lvl="0"/>
            <a:endParaRPr lang="zh-CN" altLang="en-US" noProof="0">
              <a:latin typeface="Microsoft YaHei"/>
              <a:ea typeface="微软雅黑"/>
              <a:cs typeface="Microsoft YaHei"/>
            </a:endParaRPr>
          </a:p>
        </ns0:txBody>
      </ns0:sp>
    </ns0:spTree>
  </ns0:cSld>
  <ns0:clrMapOvr>
    <a:masterClrMapping/>
  </ns0:clrMapOvr>
</ns0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1.png"/><Relationship Id="rId15" Type="http://schemas.openxmlformats.org/officeDocument/2006/relationships/image" Target="../media/image2.jpeg"/></Relationships>
</file>

<file path=ppt/slideMasters/slideMaster1.xml><?xml version="1.0" encoding="utf-8"?>
<ns0:sldMaster xmlns:a="http://schemas.openxmlformats.org/drawingml/2006/main" xmlns:ns0="http://schemas.openxmlformats.org/presentationml/2006/main" xmlns:ns2="http://schemas.microsoft.com/office/drawing/2010/main" xmlns:ns3="http://schemas.openxmlformats.org/officeDocument/2006/relationships">
  <ns0:cSld>
    <ns0:bg>
      <ns0:bgPr>
        <a:solidFill>
          <a:schemeClr val="bg1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1026" name="Rectangle 17"/>
          <ns0:cNvSpPr>
            <a:spLocks noGrp="1" noChangeArrowheads="1"/>
          </ns0:cNvSpPr>
          <ns0:nvPr>
            <ns0:ph type="body" idx="1"/>
          </ns0:nvPr>
        </ns0:nvSpPr>
        <ns0:spPr bwMode="auto">
          <a:xfrm>
            <a:off x="334433" y="1052513"/>
            <a:ext cx="11523133" cy="532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ns0:spPr>
        <ns0:txBody>
          <a:bodyPr vert="horz" wrap="square" lIns="90000" tIns="45720" rIns="91440" bIns="45720" numCol="1" anchor="t" anchorCtr="0" compatLnSpc="1"/>
          <a:lstStyle/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>
                <a:latin typeface="Microsoft YaHei"/>
                <a:ea typeface="微软雅黑"/>
                <a:cs typeface="Microsoft YaHei"/>
              </a:rPr>
              <a:t>第五级</a:t>
            </a:r>
          </a:p>
        </ns0:txBody>
      </ns0:sp>
      <ns0:pic>
        <ns0:nvPicPr>
          <ns0:cNvPr id="1027" name="Picture 7" descr="D:\快盘\130425PPT模板与规范\标志-蓝.png"/>
          <ns0:cNvPicPr>
            <a:picLocks noChangeAspect="1" noChangeArrowheads="1"/>
          </ns0:cNvPicPr>
          <ns0:nvPr userDrawn="1"/>
        </ns0:nvPicPr>
        <ns0:blipFill>
          <a:blip ns3:embed="rId14">
            <a:extLst>
              <a:ext uri="{28A0092B-C50C-407E-A947-70E740481C1C}">
                <ns2:useLocalDpi val="0"/>
              </a:ext>
            </a:extLst>
          </a:blip>
          <a:srcRect/>
          <a:stretch>
            <a:fillRect/>
          </a:stretch>
        </ns0:blipFill>
        <ns0:spPr bwMode="auto">
          <a:xfrm>
            <a:off x="9779000" y="6507163"/>
            <a:ext cx="2110317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ns0:spPr>
      </ns0:pic>
      <ns0:sp>
        <ns0:nvSpPr>
          <ns0:cNvPr id="1028" name="Rectangle 2"/>
          <ns0:cNvSpPr>
            <a:spLocks noGrp="1" noChangeArrowheads="1"/>
          </ns0:cNvSpPr>
          <ns0:nvPr>
            <ns0:ph type="title"/>
          </ns0:nvPr>
        </ns0:nvSpPr>
        <ns0:spPr bwMode="auto">
          <a:xfrm>
            <a:off x="334433" y="0"/>
            <a:ext cx="11521017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ns0:spPr>
        <ns0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ns0:txBody>
      </ns0:sp>
      <ns0:sp>
        <ns0:nvSpPr>
          <ns0:cNvPr id="7" name="任意多边形 6"/>
          <ns0:cNvSpPr/>
          <ns0:nvPr userDrawn="1"/>
        </ns0:nvSpPr>
        <ns0:spPr bwMode="auto">
          <a:xfrm>
            <a:off x="11186584" y="620713"/>
            <a:ext cx="1005416" cy="215900"/>
          </a:xfrm>
          <a:custGeom>
            <a:avLst/>
            <a:gdLst>
              <a:gd name="connsiteX0" fmla="*/ 0 w 7358743"/>
              <a:gd name="connsiteY0" fmla="*/ 377371 h 1872343"/>
              <a:gd name="connsiteX1" fmla="*/ 5109029 w 7358743"/>
              <a:gd name="connsiteY1" fmla="*/ 377371 h 1872343"/>
              <a:gd name="connsiteX2" fmla="*/ 5442858 w 7358743"/>
              <a:gd name="connsiteY2" fmla="*/ 0 h 1872343"/>
              <a:gd name="connsiteX3" fmla="*/ 7358743 w 7358743"/>
              <a:gd name="connsiteY3" fmla="*/ 0 h 1872343"/>
              <a:gd name="connsiteX4" fmla="*/ 7358743 w 7358743"/>
              <a:gd name="connsiteY4" fmla="*/ 1872343 h 1872343"/>
              <a:gd name="connsiteX5" fmla="*/ 261258 w 7358743"/>
              <a:gd name="connsiteY5" fmla="*/ 1872343 h 1872343"/>
              <a:gd name="connsiteX6" fmla="*/ 0 w 7358743"/>
              <a:gd name="connsiteY6" fmla="*/ 377371 h 1872343"/>
              <a:gd name="connsiteX0-1" fmla="*/ 0 w 7358743"/>
              <a:gd name="connsiteY0-2" fmla="*/ 377371 h 1872343"/>
              <a:gd name="connsiteX1-3" fmla="*/ 5109029 w 7358743"/>
              <a:gd name="connsiteY1-4" fmla="*/ 377371 h 1872343"/>
              <a:gd name="connsiteX2-5" fmla="*/ 5442858 w 7358743"/>
              <a:gd name="connsiteY2-6" fmla="*/ 0 h 1872343"/>
              <a:gd name="connsiteX3-7" fmla="*/ 7358743 w 7358743"/>
              <a:gd name="connsiteY3-8" fmla="*/ 0 h 1872343"/>
              <a:gd name="connsiteX4-9" fmla="*/ 7358743 w 7358743"/>
              <a:gd name="connsiteY4-10" fmla="*/ 1872343 h 1872343"/>
              <a:gd name="connsiteX5-11" fmla="*/ 0 w 7358743"/>
              <a:gd name="connsiteY5-12" fmla="*/ 377371 h 1872343"/>
              <a:gd name="connsiteX0-13" fmla="*/ 2249714 w 2249714"/>
              <a:gd name="connsiteY0-14" fmla="*/ 1872343 h 1872343"/>
              <a:gd name="connsiteX1-15" fmla="*/ 0 w 2249714"/>
              <a:gd name="connsiteY1-16" fmla="*/ 377371 h 1872343"/>
              <a:gd name="connsiteX2-17" fmla="*/ 333829 w 2249714"/>
              <a:gd name="connsiteY2-18" fmla="*/ 0 h 1872343"/>
              <a:gd name="connsiteX3-19" fmla="*/ 2249714 w 2249714"/>
              <a:gd name="connsiteY3-20" fmla="*/ 0 h 1872343"/>
              <a:gd name="connsiteX4-21" fmla="*/ 2249714 w 2249714"/>
              <a:gd name="connsiteY4-22" fmla="*/ 1872343 h 1872343"/>
              <a:gd name="connsiteX0-23" fmla="*/ 2249714 w 2249714"/>
              <a:gd name="connsiteY0-24" fmla="*/ 802065 h 802065"/>
              <a:gd name="connsiteX1-25" fmla="*/ 0 w 2249714"/>
              <a:gd name="connsiteY1-26" fmla="*/ 377371 h 802065"/>
              <a:gd name="connsiteX2-27" fmla="*/ 333829 w 2249714"/>
              <a:gd name="connsiteY2-28" fmla="*/ 0 h 802065"/>
              <a:gd name="connsiteX3-29" fmla="*/ 2249714 w 2249714"/>
              <a:gd name="connsiteY3-30" fmla="*/ 0 h 802065"/>
              <a:gd name="connsiteX4-31" fmla="*/ 2249714 w 2249714"/>
              <a:gd name="connsiteY4-32" fmla="*/ 802065 h 802065"/>
              <a:gd name="connsiteX0-33" fmla="*/ 1915885 w 1915885"/>
              <a:gd name="connsiteY0-34" fmla="*/ 802065 h 802069"/>
              <a:gd name="connsiteX1-35" fmla="*/ 1160309 w 1915885"/>
              <a:gd name="connsiteY1-36" fmla="*/ 802069 h 802069"/>
              <a:gd name="connsiteX2-37" fmla="*/ 0 w 1915885"/>
              <a:gd name="connsiteY2-38" fmla="*/ 0 h 802069"/>
              <a:gd name="connsiteX3-39" fmla="*/ 1915885 w 1915885"/>
              <a:gd name="connsiteY3-40" fmla="*/ 0 h 802069"/>
              <a:gd name="connsiteX4-41" fmla="*/ 1915885 w 1915885"/>
              <a:gd name="connsiteY4-42" fmla="*/ 802065 h 802069"/>
              <a:gd name="connsiteX0-43" fmla="*/ 755576 w 755576"/>
              <a:gd name="connsiteY0-44" fmla="*/ 802065 h 802069"/>
              <a:gd name="connsiteX1-45" fmla="*/ 0 w 755576"/>
              <a:gd name="connsiteY1-46" fmla="*/ 802069 h 802069"/>
              <a:gd name="connsiteX2-47" fmla="*/ 144016 w 755576"/>
              <a:gd name="connsiteY2-48" fmla="*/ 0 h 802069"/>
              <a:gd name="connsiteX3-49" fmla="*/ 755576 w 755576"/>
              <a:gd name="connsiteY3-50" fmla="*/ 0 h 802069"/>
              <a:gd name="connsiteX4-51" fmla="*/ 755576 w 755576"/>
              <a:gd name="connsiteY4-52" fmla="*/ 802065 h 802069"/>
              <a:gd name="connsiteX0-53" fmla="*/ 755576 w 755576"/>
              <a:gd name="connsiteY0-54" fmla="*/ 802065 h 802069"/>
              <a:gd name="connsiteX1-55" fmla="*/ 0 w 755576"/>
              <a:gd name="connsiteY1-56" fmla="*/ 802069 h 802069"/>
              <a:gd name="connsiteX2-57" fmla="*/ 215825 w 755576"/>
              <a:gd name="connsiteY2-58" fmla="*/ 0 h 802069"/>
              <a:gd name="connsiteX3-59" fmla="*/ 755576 w 755576"/>
              <a:gd name="connsiteY3-60" fmla="*/ 0 h 802069"/>
              <a:gd name="connsiteX4-61" fmla="*/ 755576 w 755576"/>
              <a:gd name="connsiteY4-62" fmla="*/ 802065 h 802069"/>
              <a:gd name="connsiteX0-63" fmla="*/ 755576 w 1295273"/>
              <a:gd name="connsiteY0-64" fmla="*/ 881313 h 881317"/>
              <a:gd name="connsiteX1-65" fmla="*/ 0 w 1295273"/>
              <a:gd name="connsiteY1-66" fmla="*/ 881317 h 881317"/>
              <a:gd name="connsiteX2-67" fmla="*/ 215825 w 1295273"/>
              <a:gd name="connsiteY2-68" fmla="*/ 79248 h 881317"/>
              <a:gd name="connsiteX3-69" fmla="*/ 1295273 w 1295273"/>
              <a:gd name="connsiteY3-70" fmla="*/ 0 h 881317"/>
              <a:gd name="connsiteX4-71" fmla="*/ 755576 w 1295273"/>
              <a:gd name="connsiteY4-72" fmla="*/ 881313 h 881317"/>
              <a:gd name="connsiteX0-73" fmla="*/ 1295273 w 1295273"/>
              <a:gd name="connsiteY0-74" fmla="*/ 802161 h 881317"/>
              <a:gd name="connsiteX1-75" fmla="*/ 0 w 1295273"/>
              <a:gd name="connsiteY1-76" fmla="*/ 881317 h 881317"/>
              <a:gd name="connsiteX2-77" fmla="*/ 215825 w 1295273"/>
              <a:gd name="connsiteY2-78" fmla="*/ 79248 h 881317"/>
              <a:gd name="connsiteX3-79" fmla="*/ 1295273 w 1295273"/>
              <a:gd name="connsiteY3-80" fmla="*/ 0 h 881317"/>
              <a:gd name="connsiteX4-81" fmla="*/ 1295273 w 1295273"/>
              <a:gd name="connsiteY4-82" fmla="*/ 802161 h 881317"/>
              <a:gd name="connsiteX0-83" fmla="*/ 1331509 w 1331509"/>
              <a:gd name="connsiteY0-84" fmla="*/ 802161 h 802161"/>
              <a:gd name="connsiteX1-85" fmla="*/ 0 w 1331509"/>
              <a:gd name="connsiteY1-86" fmla="*/ 802161 h 802161"/>
              <a:gd name="connsiteX2-87" fmla="*/ 252061 w 1331509"/>
              <a:gd name="connsiteY2-88" fmla="*/ 79248 h 802161"/>
              <a:gd name="connsiteX3-89" fmla="*/ 1331509 w 1331509"/>
              <a:gd name="connsiteY3-90" fmla="*/ 0 h 802161"/>
              <a:gd name="connsiteX4-91" fmla="*/ 1331509 w 1331509"/>
              <a:gd name="connsiteY4-92" fmla="*/ 802161 h 802161"/>
              <a:gd name="connsiteX0-93" fmla="*/ 1331509 w 1331509"/>
              <a:gd name="connsiteY0-94" fmla="*/ 802161 h 802161"/>
              <a:gd name="connsiteX1-95" fmla="*/ 0 w 1331509"/>
              <a:gd name="connsiteY1-96" fmla="*/ 802161 h 802161"/>
              <a:gd name="connsiteX2-97" fmla="*/ 216003 w 1331509"/>
              <a:gd name="connsiteY2-98" fmla="*/ 97 h 802161"/>
              <a:gd name="connsiteX3-99" fmla="*/ 1331509 w 1331509"/>
              <a:gd name="connsiteY3-100" fmla="*/ 0 h 802161"/>
              <a:gd name="connsiteX4-101" fmla="*/ 1331509 w 1331509"/>
              <a:gd name="connsiteY4-102" fmla="*/ 802161 h 802161"/>
              <a:gd name="connsiteX0-103" fmla="*/ 1331509 w 1331509"/>
              <a:gd name="connsiteY0-104" fmla="*/ 802064 h 802064"/>
              <a:gd name="connsiteX1-105" fmla="*/ 0 w 1331509"/>
              <a:gd name="connsiteY1-106" fmla="*/ 802064 h 802064"/>
              <a:gd name="connsiteX2-107" fmla="*/ 216003 w 1331509"/>
              <a:gd name="connsiteY2-108" fmla="*/ 0 h 802064"/>
              <a:gd name="connsiteX3-109" fmla="*/ 1078998 w 1331509"/>
              <a:gd name="connsiteY3-110" fmla="*/ 0 h 802064"/>
              <a:gd name="connsiteX4-111" fmla="*/ 1331509 w 1331509"/>
              <a:gd name="connsiteY4-112" fmla="*/ 802064 h 802064"/>
              <a:gd name="connsiteX0-113" fmla="*/ 1078998 w 1078998"/>
              <a:gd name="connsiteY0-114" fmla="*/ 802435 h 802435"/>
              <a:gd name="connsiteX1-115" fmla="*/ 0 w 1078998"/>
              <a:gd name="connsiteY1-116" fmla="*/ 802064 h 802435"/>
              <a:gd name="connsiteX2-117" fmla="*/ 216003 w 1078998"/>
              <a:gd name="connsiteY2-118" fmla="*/ 0 h 802435"/>
              <a:gd name="connsiteX3-119" fmla="*/ 1078998 w 1078998"/>
              <a:gd name="connsiteY3-120" fmla="*/ 0 h 802435"/>
              <a:gd name="connsiteX4-121" fmla="*/ 1078998 w 1078998"/>
              <a:gd name="connsiteY4-122" fmla="*/ 802435 h 802435"/>
              <a:gd name="connsiteX0-123" fmla="*/ 754486 w 1078998"/>
              <a:gd name="connsiteY0-124" fmla="*/ 802435 h 802435"/>
              <a:gd name="connsiteX1-125" fmla="*/ 0 w 1078998"/>
              <a:gd name="connsiteY1-126" fmla="*/ 802064 h 802435"/>
              <a:gd name="connsiteX2-127" fmla="*/ 216003 w 1078998"/>
              <a:gd name="connsiteY2-128" fmla="*/ 0 h 802435"/>
              <a:gd name="connsiteX3-129" fmla="*/ 1078998 w 1078998"/>
              <a:gd name="connsiteY3-130" fmla="*/ 0 h 802435"/>
              <a:gd name="connsiteX4-131" fmla="*/ 754486 w 1078998"/>
              <a:gd name="connsiteY4-132" fmla="*/ 802435 h 802435"/>
              <a:gd name="connsiteX0-133" fmla="*/ 754486 w 754486"/>
              <a:gd name="connsiteY0-134" fmla="*/ 802435 h 802435"/>
              <a:gd name="connsiteX1-135" fmla="*/ 0 w 754486"/>
              <a:gd name="connsiteY1-136" fmla="*/ 802064 h 802435"/>
              <a:gd name="connsiteX2-137" fmla="*/ 216003 w 754486"/>
              <a:gd name="connsiteY2-138" fmla="*/ 0 h 802435"/>
              <a:gd name="connsiteX3-139" fmla="*/ 754486 w 754486"/>
              <a:gd name="connsiteY3-140" fmla="*/ 0 h 802435"/>
              <a:gd name="connsiteX4-141" fmla="*/ 754486 w 754486"/>
              <a:gd name="connsiteY4-142" fmla="*/ 802435 h 8024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4486" h="802435">
                <a:moveTo>
                  <a:pt x="754486" y="802435"/>
                </a:moveTo>
                <a:lnTo>
                  <a:pt x="0" y="802064"/>
                </a:lnTo>
                <a:lnTo>
                  <a:pt x="216003" y="0"/>
                </a:lnTo>
                <a:lnTo>
                  <a:pt x="754486" y="0"/>
                </a:lnTo>
                <a:lnTo>
                  <a:pt x="754486" y="802435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39999">
                <a:srgbClr val="0062AC"/>
              </a:gs>
            </a:gsLst>
            <a:lin ang="5400000" scaled="0"/>
          </a:gradFill>
          <a:ln w="9525" algn="ctr">
            <a:noFill/>
            <a:miter lim="800000"/>
          </a:ln>
          <a:effectLst/>
        </ns0:spPr>
        <ns0:txBody>
          <a:bodyPr wrap="none" lIns="90000" anchor="ctr"/>
          <a:lstStyle/>
          <a:p>
            <a:pPr algn="ctr"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solidFill>
                <a:srgbClr val="000000"/>
              </a:solidFill>
              <a:latin typeface="Microsoft YaHei"/>
              <a:ea typeface="微软雅黑"/>
              <a:cs typeface="Microsoft YaHei"/>
            </a:endParaRPr>
          </a:p>
        </ns0:txBody>
      </ns0:sp>
      <ns0:sp>
        <ns0:nvSpPr>
          <ns0:cNvPr id="9" name="Rectangle 15"/>
          <ns0:cNvSpPr>
            <a:spLocks noChangeArrowheads="1"/>
          </ns0:cNvSpPr>
          <ns0:nvPr userDrawn="1"/>
        </ns0:nvSpPr>
        <ns0:spPr bwMode="auto">
          <a:xfrm>
            <a:off x="0" y="836613"/>
            <a:ext cx="12192000" cy="42862"/>
          </a:xfrm>
          <a:prstGeom prst="rect">
            <a:avLst/>
          </a:prstGeom>
          <a:solidFill>
            <a:srgbClr val="0062AC"/>
          </a:solidFill>
          <a:ln w="9525" algn="ctr">
            <a:noFill/>
            <a:miter lim="800000"/>
          </a:ln>
          <a:effectLst/>
        </ns0:spPr>
        <ns0:txBody>
          <a:bodyPr wrap="none" lIns="90000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solidFill>
                <a:srgbClr val="000000"/>
              </a:solidFill>
              <a:latin typeface="Microsoft YaHei"/>
              <a:ea typeface="微软雅黑"/>
              <a:cs typeface="Microsoft YaHei"/>
            </a:endParaRPr>
          </a:p>
        </ns0:txBody>
      </ns0:sp>
      <ns0:sp>
        <ns0:nvSpPr>
          <ns0:cNvPr id="1036" name="Rectangle 12"/>
          <ns0:cNvSpPr>
            <a:spLocks noChangeArrowheads="1"/>
          </ns0:cNvSpPr>
          <ns0:nvPr/>
        </ns0:nvSpPr>
        <ns0:spPr bwMode="auto">
          <a:xfrm>
            <a:off x="11597217" y="628650"/>
            <a:ext cx="624416" cy="279400"/>
          </a:xfrm>
          <a:prstGeom prst="rect">
            <a:avLst/>
          </a:prstGeom>
          <a:noFill/>
          <a:ln w="9525">
            <a:noFill/>
            <a:miter lim="800000"/>
          </a:ln>
          <a:effectLst/>
        </ns0:spPr>
        <ns0:txBody>
          <a:bodyPr/>
          <a:lstStyle>
            <a:lvl1pPr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9pPr>
          </a:lstStyle>
          <a:p>
            <a:pPr eaLnBrk="1" hangingPunct="1"/>
            <a:fld id="{522BCC33-E6A0-4394-A5C7-9D49436D06E5}" type="slidenum">
              <a:rPr lang="en-US" altLang="zh-CN" sz="1400">
                <a:solidFill>
                  <a:schemeClr val="bg1"/>
                </a:solidFill>
                <a:latin typeface="Microsoft YaHei"/>
                <a:ea typeface="微软雅黑"/>
                <a:cs typeface="Microsoft YaHei"/>
              </a:rPr>
              <a:t>‹#›</a:t>
            </a:fld>
            <a:endParaRPr lang="en-US" altLang="zh-CN" sz="1400">
              <a:solidFill>
                <a:schemeClr val="bg1"/>
              </a:solidFill>
              <a:latin typeface="Microsoft YaHei"/>
              <a:ea typeface="微软雅黑"/>
              <a:cs typeface="Microsoft YaHei"/>
            </a:endParaRPr>
          </a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3:id="rId1"/>
    <ns0:sldLayoutId id="2147483650" ns3:id="rId2"/>
    <ns0:sldLayoutId id="2147483651" ns3:id="rId3"/>
    <ns0:sldLayoutId id="2147483652" ns3:id="rId4"/>
    <ns0:sldLayoutId id="2147483653" ns3:id="rId5"/>
    <ns0:sldLayoutId id="2147483654" ns3:id="rId6"/>
    <ns0:sldLayoutId id="2147483655" ns3:id="rId7"/>
    <ns0:sldLayoutId id="2147483656" ns3:id="rId8"/>
    <ns0:sldLayoutId id="2147483657" ns3:id="rId9"/>
    <ns0:sldLayoutId id="2147483658" ns3:id="rId10"/>
    <ns0:sldLayoutId id="2147483659" ns3:id="rId11"/>
    <ns0:sldLayoutId id="2147483660" ns3:id="rId12"/>
  </ns0:sldLayoutIdLst>
  <ns0:hf sldNum="0" hdr="0"/>
  <ns0:txStyles>
    <ns0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9pPr>
    </ns0:titleStyle>
    <ns0:bodyStyle>
      <a:lvl1pPr marL="342900" indent="-3429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ns3:embed="rId15"/>
        </a:buBlip>
        <a:defRPr sz="2400">
          <a:solidFill>
            <a:schemeClr val="tx1"/>
          </a:solidFill>
          <a:latin typeface="Microsoft YaHei"/>
          <a:ea typeface="微软雅黑"/>
          <a:cs typeface="Microsoft YaHei"/>
        </a:defRPr>
      </a:lvl1pPr>
      <a:lvl2pPr marL="742950" indent="-28575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Blip>
          <a:blip ns3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2pPr>
      <a:lvl3pPr marL="11811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ns3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3pPr>
      <a:lvl4pPr marL="16383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Blip>
          <a:blip ns3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4pPr>
      <a:lvl5pPr marL="20955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ns3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5pPr>
      <a:lvl6pPr marL="25527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ns3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6pPr>
      <a:lvl7pPr marL="30099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ns3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7pPr>
      <a:lvl8pPr marL="34671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ns3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8pPr>
      <a:lvl9pPr marL="39243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ns3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9pPr>
    </ns0:bodyStyle>
    <ns0:otherStyle>
      <a:defPPr>
        <a:defRPr lang="zh-CN">
          <a:latin typeface="Microsoft YaHei"/>
          <a:ea typeface="微软雅黑"/>
          <a:cs typeface="Microsoft YaHei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9pPr>
    </ns0:otherStyle>
  </ns0:txStyles>
</ns0:sldMaster>
</file>

<file path=ppt/slideMasters/slideMaster2.xml><?xml version="1.0" encoding="utf-8"?>
<ns0:sldMaster xmlns:a="http://schemas.openxmlformats.org/drawingml/2006/main" xmlns:ns0="http://schemas.openxmlformats.org/presentationml/2006/main" xmlns:ns2="http://schemas.microsoft.com/office/drawing/2010/main" xmlns:ns3="http://schemas.openxmlformats.org/officeDocument/2006/relationships">
  <ns0:cSld>
    <ns0:bg>
      <ns0:bgPr>
        <a:solidFill>
          <a:schemeClr val="bg1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1026" name="Rectangle 17"/>
          <ns0:cNvSpPr>
            <a:spLocks noGrp="1" noChangeArrowheads="1"/>
          </ns0:cNvSpPr>
          <ns0:nvPr>
            <ns0:ph type="body" idx="1"/>
          </ns0:nvPr>
        </ns0:nvSpPr>
        <ns0:spPr bwMode="auto">
          <a:xfrm>
            <a:off x="334433" y="1052513"/>
            <a:ext cx="11523133" cy="532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ns0:spPr>
        <ns0:txBody>
          <a:bodyPr vert="horz" wrap="square" lIns="90000" tIns="45720" rIns="91440" bIns="45720" numCol="1" anchor="t" anchorCtr="0" compatLnSpc="1"/>
          <a:lstStyle/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>
                <a:latin typeface="Microsoft YaHei"/>
                <a:ea typeface="微软雅黑"/>
                <a:cs typeface="Microsoft YaHei"/>
              </a:rPr>
              <a:t>第五级</a:t>
            </a:r>
          </a:p>
        </ns0:txBody>
      </ns0:sp>
      <ns0:pic>
        <ns0:nvPicPr>
          <ns0:cNvPr id="1027" name="Picture 7" descr="D:\快盘\130425PPT模板与规范\标志-蓝.png"/>
          <ns0:cNvPicPr>
            <a:picLocks noChangeAspect="1" noChangeArrowheads="1"/>
          </ns0:cNvPicPr>
          <ns0:nvPr userDrawn="1"/>
        </ns0:nvPicPr>
        <ns0:blipFill>
          <a:blip ns3:embed="rId14">
            <a:extLst>
              <a:ext uri="{28A0092B-C50C-407E-A947-70E740481C1C}">
                <ns2:useLocalDpi val="0"/>
              </a:ext>
            </a:extLst>
          </a:blip>
          <a:srcRect/>
          <a:stretch>
            <a:fillRect/>
          </a:stretch>
        </ns0:blipFill>
        <ns0:spPr bwMode="auto">
          <a:xfrm>
            <a:off x="9779000" y="6507163"/>
            <a:ext cx="2110317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ns0:spPr>
      </ns0:pic>
      <ns0:sp>
        <ns0:nvSpPr>
          <ns0:cNvPr id="1028" name="Rectangle 2"/>
          <ns0:cNvSpPr>
            <a:spLocks noGrp="1" noChangeArrowheads="1"/>
          </ns0:cNvSpPr>
          <ns0:nvPr>
            <ns0:ph type="title"/>
          </ns0:nvPr>
        </ns0:nvSpPr>
        <ns0:spPr bwMode="auto">
          <a:xfrm>
            <a:off x="334433" y="0"/>
            <a:ext cx="11521017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ns0:spPr>
        <ns0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ns0:txBody>
      </ns0:sp>
      <ns0:sp>
        <ns0:nvSpPr>
          <ns0:cNvPr id="7" name="任意多边形 6"/>
          <ns0:cNvSpPr/>
          <ns0:nvPr userDrawn="1"/>
        </ns0:nvSpPr>
        <ns0:spPr bwMode="auto">
          <a:xfrm>
            <a:off x="11186584" y="620713"/>
            <a:ext cx="1005416" cy="215900"/>
          </a:xfrm>
          <a:custGeom>
            <a:avLst/>
            <a:gdLst>
              <a:gd name="connsiteX0" fmla="*/ 0 w 7358743"/>
              <a:gd name="connsiteY0" fmla="*/ 377371 h 1872343"/>
              <a:gd name="connsiteX1" fmla="*/ 5109029 w 7358743"/>
              <a:gd name="connsiteY1" fmla="*/ 377371 h 1872343"/>
              <a:gd name="connsiteX2" fmla="*/ 5442858 w 7358743"/>
              <a:gd name="connsiteY2" fmla="*/ 0 h 1872343"/>
              <a:gd name="connsiteX3" fmla="*/ 7358743 w 7358743"/>
              <a:gd name="connsiteY3" fmla="*/ 0 h 1872343"/>
              <a:gd name="connsiteX4" fmla="*/ 7358743 w 7358743"/>
              <a:gd name="connsiteY4" fmla="*/ 1872343 h 1872343"/>
              <a:gd name="connsiteX5" fmla="*/ 261258 w 7358743"/>
              <a:gd name="connsiteY5" fmla="*/ 1872343 h 1872343"/>
              <a:gd name="connsiteX6" fmla="*/ 0 w 7358743"/>
              <a:gd name="connsiteY6" fmla="*/ 377371 h 1872343"/>
              <a:gd name="connsiteX0-1" fmla="*/ 0 w 7358743"/>
              <a:gd name="connsiteY0-2" fmla="*/ 377371 h 1872343"/>
              <a:gd name="connsiteX1-3" fmla="*/ 5109029 w 7358743"/>
              <a:gd name="connsiteY1-4" fmla="*/ 377371 h 1872343"/>
              <a:gd name="connsiteX2-5" fmla="*/ 5442858 w 7358743"/>
              <a:gd name="connsiteY2-6" fmla="*/ 0 h 1872343"/>
              <a:gd name="connsiteX3-7" fmla="*/ 7358743 w 7358743"/>
              <a:gd name="connsiteY3-8" fmla="*/ 0 h 1872343"/>
              <a:gd name="connsiteX4-9" fmla="*/ 7358743 w 7358743"/>
              <a:gd name="connsiteY4-10" fmla="*/ 1872343 h 1872343"/>
              <a:gd name="connsiteX5-11" fmla="*/ 0 w 7358743"/>
              <a:gd name="connsiteY5-12" fmla="*/ 377371 h 1872343"/>
              <a:gd name="connsiteX0-13" fmla="*/ 2249714 w 2249714"/>
              <a:gd name="connsiteY0-14" fmla="*/ 1872343 h 1872343"/>
              <a:gd name="connsiteX1-15" fmla="*/ 0 w 2249714"/>
              <a:gd name="connsiteY1-16" fmla="*/ 377371 h 1872343"/>
              <a:gd name="connsiteX2-17" fmla="*/ 333829 w 2249714"/>
              <a:gd name="connsiteY2-18" fmla="*/ 0 h 1872343"/>
              <a:gd name="connsiteX3-19" fmla="*/ 2249714 w 2249714"/>
              <a:gd name="connsiteY3-20" fmla="*/ 0 h 1872343"/>
              <a:gd name="connsiteX4-21" fmla="*/ 2249714 w 2249714"/>
              <a:gd name="connsiteY4-22" fmla="*/ 1872343 h 1872343"/>
              <a:gd name="connsiteX0-23" fmla="*/ 2249714 w 2249714"/>
              <a:gd name="connsiteY0-24" fmla="*/ 802065 h 802065"/>
              <a:gd name="connsiteX1-25" fmla="*/ 0 w 2249714"/>
              <a:gd name="connsiteY1-26" fmla="*/ 377371 h 802065"/>
              <a:gd name="connsiteX2-27" fmla="*/ 333829 w 2249714"/>
              <a:gd name="connsiteY2-28" fmla="*/ 0 h 802065"/>
              <a:gd name="connsiteX3-29" fmla="*/ 2249714 w 2249714"/>
              <a:gd name="connsiteY3-30" fmla="*/ 0 h 802065"/>
              <a:gd name="connsiteX4-31" fmla="*/ 2249714 w 2249714"/>
              <a:gd name="connsiteY4-32" fmla="*/ 802065 h 802065"/>
              <a:gd name="connsiteX0-33" fmla="*/ 1915885 w 1915885"/>
              <a:gd name="connsiteY0-34" fmla="*/ 802065 h 802069"/>
              <a:gd name="connsiteX1-35" fmla="*/ 1160309 w 1915885"/>
              <a:gd name="connsiteY1-36" fmla="*/ 802069 h 802069"/>
              <a:gd name="connsiteX2-37" fmla="*/ 0 w 1915885"/>
              <a:gd name="connsiteY2-38" fmla="*/ 0 h 802069"/>
              <a:gd name="connsiteX3-39" fmla="*/ 1915885 w 1915885"/>
              <a:gd name="connsiteY3-40" fmla="*/ 0 h 802069"/>
              <a:gd name="connsiteX4-41" fmla="*/ 1915885 w 1915885"/>
              <a:gd name="connsiteY4-42" fmla="*/ 802065 h 802069"/>
              <a:gd name="connsiteX0-43" fmla="*/ 755576 w 755576"/>
              <a:gd name="connsiteY0-44" fmla="*/ 802065 h 802069"/>
              <a:gd name="connsiteX1-45" fmla="*/ 0 w 755576"/>
              <a:gd name="connsiteY1-46" fmla="*/ 802069 h 802069"/>
              <a:gd name="connsiteX2-47" fmla="*/ 144016 w 755576"/>
              <a:gd name="connsiteY2-48" fmla="*/ 0 h 802069"/>
              <a:gd name="connsiteX3-49" fmla="*/ 755576 w 755576"/>
              <a:gd name="connsiteY3-50" fmla="*/ 0 h 802069"/>
              <a:gd name="connsiteX4-51" fmla="*/ 755576 w 755576"/>
              <a:gd name="connsiteY4-52" fmla="*/ 802065 h 802069"/>
              <a:gd name="connsiteX0-53" fmla="*/ 755576 w 755576"/>
              <a:gd name="connsiteY0-54" fmla="*/ 802065 h 802069"/>
              <a:gd name="connsiteX1-55" fmla="*/ 0 w 755576"/>
              <a:gd name="connsiteY1-56" fmla="*/ 802069 h 802069"/>
              <a:gd name="connsiteX2-57" fmla="*/ 215825 w 755576"/>
              <a:gd name="connsiteY2-58" fmla="*/ 0 h 802069"/>
              <a:gd name="connsiteX3-59" fmla="*/ 755576 w 755576"/>
              <a:gd name="connsiteY3-60" fmla="*/ 0 h 802069"/>
              <a:gd name="connsiteX4-61" fmla="*/ 755576 w 755576"/>
              <a:gd name="connsiteY4-62" fmla="*/ 802065 h 802069"/>
              <a:gd name="connsiteX0-63" fmla="*/ 755576 w 1295273"/>
              <a:gd name="connsiteY0-64" fmla="*/ 881313 h 881317"/>
              <a:gd name="connsiteX1-65" fmla="*/ 0 w 1295273"/>
              <a:gd name="connsiteY1-66" fmla="*/ 881317 h 881317"/>
              <a:gd name="connsiteX2-67" fmla="*/ 215825 w 1295273"/>
              <a:gd name="connsiteY2-68" fmla="*/ 79248 h 881317"/>
              <a:gd name="connsiteX3-69" fmla="*/ 1295273 w 1295273"/>
              <a:gd name="connsiteY3-70" fmla="*/ 0 h 881317"/>
              <a:gd name="connsiteX4-71" fmla="*/ 755576 w 1295273"/>
              <a:gd name="connsiteY4-72" fmla="*/ 881313 h 881317"/>
              <a:gd name="connsiteX0-73" fmla="*/ 1295273 w 1295273"/>
              <a:gd name="connsiteY0-74" fmla="*/ 802161 h 881317"/>
              <a:gd name="connsiteX1-75" fmla="*/ 0 w 1295273"/>
              <a:gd name="connsiteY1-76" fmla="*/ 881317 h 881317"/>
              <a:gd name="connsiteX2-77" fmla="*/ 215825 w 1295273"/>
              <a:gd name="connsiteY2-78" fmla="*/ 79248 h 881317"/>
              <a:gd name="connsiteX3-79" fmla="*/ 1295273 w 1295273"/>
              <a:gd name="connsiteY3-80" fmla="*/ 0 h 881317"/>
              <a:gd name="connsiteX4-81" fmla="*/ 1295273 w 1295273"/>
              <a:gd name="connsiteY4-82" fmla="*/ 802161 h 881317"/>
              <a:gd name="connsiteX0-83" fmla="*/ 1331509 w 1331509"/>
              <a:gd name="connsiteY0-84" fmla="*/ 802161 h 802161"/>
              <a:gd name="connsiteX1-85" fmla="*/ 0 w 1331509"/>
              <a:gd name="connsiteY1-86" fmla="*/ 802161 h 802161"/>
              <a:gd name="connsiteX2-87" fmla="*/ 252061 w 1331509"/>
              <a:gd name="connsiteY2-88" fmla="*/ 79248 h 802161"/>
              <a:gd name="connsiteX3-89" fmla="*/ 1331509 w 1331509"/>
              <a:gd name="connsiteY3-90" fmla="*/ 0 h 802161"/>
              <a:gd name="connsiteX4-91" fmla="*/ 1331509 w 1331509"/>
              <a:gd name="connsiteY4-92" fmla="*/ 802161 h 802161"/>
              <a:gd name="connsiteX0-93" fmla="*/ 1331509 w 1331509"/>
              <a:gd name="connsiteY0-94" fmla="*/ 802161 h 802161"/>
              <a:gd name="connsiteX1-95" fmla="*/ 0 w 1331509"/>
              <a:gd name="connsiteY1-96" fmla="*/ 802161 h 802161"/>
              <a:gd name="connsiteX2-97" fmla="*/ 216003 w 1331509"/>
              <a:gd name="connsiteY2-98" fmla="*/ 97 h 802161"/>
              <a:gd name="connsiteX3-99" fmla="*/ 1331509 w 1331509"/>
              <a:gd name="connsiteY3-100" fmla="*/ 0 h 802161"/>
              <a:gd name="connsiteX4-101" fmla="*/ 1331509 w 1331509"/>
              <a:gd name="connsiteY4-102" fmla="*/ 802161 h 802161"/>
              <a:gd name="connsiteX0-103" fmla="*/ 1331509 w 1331509"/>
              <a:gd name="connsiteY0-104" fmla="*/ 802064 h 802064"/>
              <a:gd name="connsiteX1-105" fmla="*/ 0 w 1331509"/>
              <a:gd name="connsiteY1-106" fmla="*/ 802064 h 802064"/>
              <a:gd name="connsiteX2-107" fmla="*/ 216003 w 1331509"/>
              <a:gd name="connsiteY2-108" fmla="*/ 0 h 802064"/>
              <a:gd name="connsiteX3-109" fmla="*/ 1078998 w 1331509"/>
              <a:gd name="connsiteY3-110" fmla="*/ 0 h 802064"/>
              <a:gd name="connsiteX4-111" fmla="*/ 1331509 w 1331509"/>
              <a:gd name="connsiteY4-112" fmla="*/ 802064 h 802064"/>
              <a:gd name="connsiteX0-113" fmla="*/ 1078998 w 1078998"/>
              <a:gd name="connsiteY0-114" fmla="*/ 802435 h 802435"/>
              <a:gd name="connsiteX1-115" fmla="*/ 0 w 1078998"/>
              <a:gd name="connsiteY1-116" fmla="*/ 802064 h 802435"/>
              <a:gd name="connsiteX2-117" fmla="*/ 216003 w 1078998"/>
              <a:gd name="connsiteY2-118" fmla="*/ 0 h 802435"/>
              <a:gd name="connsiteX3-119" fmla="*/ 1078998 w 1078998"/>
              <a:gd name="connsiteY3-120" fmla="*/ 0 h 802435"/>
              <a:gd name="connsiteX4-121" fmla="*/ 1078998 w 1078998"/>
              <a:gd name="connsiteY4-122" fmla="*/ 802435 h 802435"/>
              <a:gd name="connsiteX0-123" fmla="*/ 754486 w 1078998"/>
              <a:gd name="connsiteY0-124" fmla="*/ 802435 h 802435"/>
              <a:gd name="connsiteX1-125" fmla="*/ 0 w 1078998"/>
              <a:gd name="connsiteY1-126" fmla="*/ 802064 h 802435"/>
              <a:gd name="connsiteX2-127" fmla="*/ 216003 w 1078998"/>
              <a:gd name="connsiteY2-128" fmla="*/ 0 h 802435"/>
              <a:gd name="connsiteX3-129" fmla="*/ 1078998 w 1078998"/>
              <a:gd name="connsiteY3-130" fmla="*/ 0 h 802435"/>
              <a:gd name="connsiteX4-131" fmla="*/ 754486 w 1078998"/>
              <a:gd name="connsiteY4-132" fmla="*/ 802435 h 802435"/>
              <a:gd name="connsiteX0-133" fmla="*/ 754486 w 754486"/>
              <a:gd name="connsiteY0-134" fmla="*/ 802435 h 802435"/>
              <a:gd name="connsiteX1-135" fmla="*/ 0 w 754486"/>
              <a:gd name="connsiteY1-136" fmla="*/ 802064 h 802435"/>
              <a:gd name="connsiteX2-137" fmla="*/ 216003 w 754486"/>
              <a:gd name="connsiteY2-138" fmla="*/ 0 h 802435"/>
              <a:gd name="connsiteX3-139" fmla="*/ 754486 w 754486"/>
              <a:gd name="connsiteY3-140" fmla="*/ 0 h 802435"/>
              <a:gd name="connsiteX4-141" fmla="*/ 754486 w 754486"/>
              <a:gd name="connsiteY4-142" fmla="*/ 802435 h 8024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4486" h="802435">
                <a:moveTo>
                  <a:pt x="754486" y="802435"/>
                </a:moveTo>
                <a:lnTo>
                  <a:pt x="0" y="802064"/>
                </a:lnTo>
                <a:lnTo>
                  <a:pt x="216003" y="0"/>
                </a:lnTo>
                <a:lnTo>
                  <a:pt x="754486" y="0"/>
                </a:lnTo>
                <a:lnTo>
                  <a:pt x="754486" y="802435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39999">
                <a:srgbClr val="0062AC"/>
              </a:gs>
            </a:gsLst>
            <a:lin ang="5400000" scaled="0"/>
          </a:gradFill>
          <a:ln w="9525" algn="ctr">
            <a:noFill/>
            <a:miter lim="800000"/>
          </a:ln>
          <a:effectLst/>
        </ns0:spPr>
        <ns0:txBody>
          <a:bodyPr wrap="none" lIns="90000" anchor="ctr"/>
          <a:lstStyle/>
          <a:p>
            <a:pPr algn="ctr"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solidFill>
                <a:srgbClr val="000000"/>
              </a:solidFill>
              <a:latin typeface="Microsoft YaHei"/>
              <a:ea typeface="微软雅黑"/>
              <a:cs typeface="Microsoft YaHei"/>
            </a:endParaRPr>
          </a:p>
        </ns0:txBody>
      </ns0:sp>
      <ns0:sp>
        <ns0:nvSpPr>
          <ns0:cNvPr id="9" name="Rectangle 15"/>
          <ns0:cNvSpPr>
            <a:spLocks noChangeArrowheads="1"/>
          </ns0:cNvSpPr>
          <ns0:nvPr userDrawn="1"/>
        </ns0:nvSpPr>
        <ns0:spPr bwMode="auto">
          <a:xfrm>
            <a:off x="0" y="836613"/>
            <a:ext cx="12192000" cy="42862"/>
          </a:xfrm>
          <a:prstGeom prst="rect">
            <a:avLst/>
          </a:prstGeom>
          <a:solidFill>
            <a:srgbClr val="0062AC"/>
          </a:solidFill>
          <a:ln w="9525" algn="ctr">
            <a:noFill/>
            <a:miter lim="800000"/>
          </a:ln>
          <a:effectLst/>
        </ns0:spPr>
        <ns0:txBody>
          <a:bodyPr wrap="none" lIns="90000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solidFill>
                <a:srgbClr val="000000"/>
              </a:solidFill>
              <a:latin typeface="Microsoft YaHei"/>
              <a:ea typeface="微软雅黑"/>
              <a:cs typeface="Microsoft YaHei"/>
            </a:endParaRPr>
          </a:p>
        </ns0:txBody>
      </ns0:sp>
      <ns0:sp>
        <ns0:nvSpPr>
          <ns0:cNvPr id="1036" name="Rectangle 12"/>
          <ns0:cNvSpPr>
            <a:spLocks noChangeArrowheads="1"/>
          </ns0:cNvSpPr>
          <ns0:nvPr/>
        </ns0:nvSpPr>
        <ns0:spPr bwMode="auto">
          <a:xfrm>
            <a:off x="11597217" y="628650"/>
            <a:ext cx="624416" cy="279400"/>
          </a:xfrm>
          <a:prstGeom prst="rect">
            <a:avLst/>
          </a:prstGeom>
          <a:noFill/>
          <a:ln w="9525">
            <a:noFill/>
            <a:miter lim="800000"/>
          </a:ln>
          <a:effectLst/>
        </ns0:spPr>
        <ns0:txBody>
          <a:bodyPr/>
          <a:lstStyle>
            <a:lvl1pPr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9pPr>
          </a:lstStyle>
          <a:p>
            <a:pPr eaLnBrk="1" hangingPunct="1"/>
            <a:fld id="{522BCC33-E6A0-4394-A5C7-9D49436D06E5}" type="slidenum">
              <a:rPr lang="en-US" altLang="zh-CN" sz="1400">
                <a:solidFill>
                  <a:schemeClr val="bg1"/>
                </a:solidFill>
                <a:latin typeface="Microsoft YaHei"/>
                <a:ea typeface="微软雅黑"/>
                <a:cs typeface="Microsoft YaHei"/>
              </a:rPr>
              <a:t>‹#›</a:t>
            </a:fld>
            <a:endParaRPr lang="en-US" altLang="zh-CN" sz="1400">
              <a:solidFill>
                <a:schemeClr val="bg1"/>
              </a:solidFill>
              <a:latin typeface="Microsoft YaHei"/>
              <a:ea typeface="微软雅黑"/>
              <a:cs typeface="Microsoft YaHei"/>
            </a:endParaRPr>
          </a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62" ns3:id="rId1"/>
    <ns0:sldLayoutId id="2147483663" ns3:id="rId2"/>
    <ns0:sldLayoutId id="2147483664" ns3:id="rId3"/>
    <ns0:sldLayoutId id="2147483665" ns3:id="rId4"/>
    <ns0:sldLayoutId id="2147483666" ns3:id="rId5"/>
    <ns0:sldLayoutId id="2147483667" ns3:id="rId6"/>
    <ns0:sldLayoutId id="2147483668" ns3:id="rId7"/>
    <ns0:sldLayoutId id="2147483669" ns3:id="rId8"/>
    <ns0:sldLayoutId id="2147483670" ns3:id="rId9"/>
    <ns0:sldLayoutId id="2147483671" ns3:id="rId10"/>
    <ns0:sldLayoutId id="2147483672" ns3:id="rId11"/>
    <ns0:sldLayoutId id="2147483673" ns3:id="rId12"/>
  </ns0:sldLayoutIdLst>
  <ns0:hf sldNum="0" hdr="0"/>
  <ns0:txStyles>
    <ns0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9pPr>
    </ns0:titleStyle>
    <ns0:bodyStyle>
      <a:lvl1pPr marL="342900" indent="-3429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ns3:embed="rId15"/>
        </a:buBlip>
        <a:defRPr sz="2400">
          <a:solidFill>
            <a:schemeClr val="tx1"/>
          </a:solidFill>
          <a:latin typeface="Microsoft YaHei"/>
          <a:ea typeface="微软雅黑"/>
          <a:cs typeface="Microsoft YaHei"/>
        </a:defRPr>
      </a:lvl1pPr>
      <a:lvl2pPr marL="742950" indent="-28575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Blip>
          <a:blip ns3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2pPr>
      <a:lvl3pPr marL="11811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ns3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3pPr>
      <a:lvl4pPr marL="16383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Blip>
          <a:blip ns3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4pPr>
      <a:lvl5pPr marL="20955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ns3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5pPr>
      <a:lvl6pPr marL="25527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ns3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6pPr>
      <a:lvl7pPr marL="30099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ns3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7pPr>
      <a:lvl8pPr marL="34671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ns3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8pPr>
      <a:lvl9pPr marL="39243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ns3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9pPr>
    </ns0:bodyStyle>
    <ns0:otherStyle>
      <a:defPPr>
        <a:defRPr lang="zh-CN">
          <a:latin typeface="Microsoft YaHei"/>
          <a:ea typeface="微软雅黑"/>
          <a:cs typeface="Microsoft YaHei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9pPr>
    </ns0:otherStyle>
  </ns0:txStyles>
</ns0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2103120" y="2633472"/>
            <a:ext cx="7955279" cy="640080"/>
          </a:xfrm>
        </p:spPr>
        <p:txBody>
          <a:bodyPr wrap="square" lIns="0" rIns="0" tIns="0" bIns="0" anchor="ctr"/>
          <a:lstStyle/>
          <a:p>
            <a:pPr algn="ctr"/>
            <a:r>
              <a:rPr sz="3000" b="1">
                <a:solidFill>
                  <a:srgbClr val="213261"/>
                </a:solidFill>
                <a:latin typeface="Microsoft YaHei"/>
              </a:rPr>
              <a:t>技术方案评审材料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1720" y="3310128"/>
            <a:ext cx="74980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11111"/>
                </a:solidFill>
                <a:latin typeface="Microsoft YaHei"/>
              </a:rPr>
              <a:t>背景、结论与后续安排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52628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Microsoft YaHei"/>
              </a:rPr>
              <a:t>汇报部门：业务技术团队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64608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Microsoft YaHei"/>
              </a:rPr>
              <a:t>日期：2026 年 5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91440"/>
            <a:ext cx="11521440" cy="658368"/>
          </a:xfrm>
        </p:spPr>
        <p:txBody>
          <a:bodyPr wrap="square" lIns="0" rIns="0" tIns="0" bIns="0" anchor="ctr"/>
          <a:lstStyle/>
          <a:p>
            <a:pPr algn="l"/>
            <a:r>
              <a:rPr sz="3000" b="1">
                <a:solidFill>
                  <a:srgbClr val="213261"/>
                </a:solidFill>
                <a:latin typeface="Microsoft YaHei"/>
              </a:rPr>
              <a:t>目录进度示例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27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Microsoft YaHei"/>
              </a:rPr>
              <a:t>长培训或方案说明先给读者定位当前位置。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2103120" y="1664208"/>
            <a:ext cx="512064" cy="512064"/>
          </a:xfrm>
          <a:prstGeom prst="rect">
            <a:avLst/>
          </a:prstGeom>
          <a:solidFill>
            <a:srgbClr val="F2F4F7"/>
          </a:solidFill>
          <a:ln w="762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213261"/>
                </a:solidFill>
                <a:latin typeface="Microsoft YaHe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664208"/>
            <a:ext cx="7360920" cy="512064"/>
          </a:xfrm>
          <a:prstGeom prst="rect">
            <a:avLst/>
          </a:prstGeom>
          <a:solidFill>
            <a:srgbClr val="FAFAFA"/>
          </a:solidFill>
          <a:ln w="762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0" y="175564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13261"/>
                </a:solidFill>
                <a:latin typeface="Microsoft YaHei"/>
              </a:rPr>
              <a:t>背景和目标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75564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11111"/>
                </a:solidFill>
                <a:latin typeface="Microsoft YaHei"/>
              </a:rPr>
              <a:t>先说明为什么要做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395728"/>
            <a:ext cx="512064" cy="512064"/>
          </a:xfrm>
          <a:prstGeom prst="rect">
            <a:avLst/>
          </a:prstGeom>
          <a:solidFill>
            <a:srgbClr val="0062AC"/>
          </a:solidFill>
          <a:ln w="762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395728"/>
            <a:ext cx="7360920" cy="512064"/>
          </a:xfrm>
          <a:prstGeom prst="rect">
            <a:avLst/>
          </a:prstGeom>
          <a:solidFill>
            <a:srgbClr val="0062AC"/>
          </a:solidFill>
          <a:ln w="762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48716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方案设计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48716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Microsoft YaHei"/>
              </a:rPr>
              <a:t>本页高亮当前章节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3127248"/>
            <a:ext cx="512064" cy="512064"/>
          </a:xfrm>
          <a:prstGeom prst="rect">
            <a:avLst/>
          </a:prstGeom>
          <a:solidFill>
            <a:srgbClr val="F2F4F7"/>
          </a:solidFill>
          <a:ln w="762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213261"/>
                </a:solidFill>
                <a:latin typeface="Microsoft YaHe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127248"/>
            <a:ext cx="7360920" cy="512064"/>
          </a:xfrm>
          <a:prstGeom prst="rect">
            <a:avLst/>
          </a:prstGeom>
          <a:solidFill>
            <a:srgbClr val="FAFAFA"/>
          </a:solidFill>
          <a:ln w="762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321868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13261"/>
                </a:solidFill>
                <a:latin typeface="Microsoft YaHei"/>
              </a:rPr>
              <a:t>实施路径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21868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11111"/>
                </a:solidFill>
                <a:latin typeface="Microsoft YaHei"/>
              </a:rPr>
              <a:t>再说明怎么推进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3858768"/>
            <a:ext cx="512064" cy="512064"/>
          </a:xfrm>
          <a:prstGeom prst="rect">
            <a:avLst/>
          </a:prstGeom>
          <a:solidFill>
            <a:srgbClr val="F2F4F7"/>
          </a:solidFill>
          <a:ln w="762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213261"/>
                </a:solidFill>
                <a:latin typeface="Microsoft YaHe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3858768"/>
            <a:ext cx="7360920" cy="512064"/>
          </a:xfrm>
          <a:prstGeom prst="rect">
            <a:avLst/>
          </a:prstGeom>
          <a:solidFill>
            <a:srgbClr val="FAFAFA"/>
          </a:solidFill>
          <a:ln w="762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395020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13261"/>
                </a:solidFill>
                <a:latin typeface="Microsoft YaHei"/>
              </a:rPr>
              <a:t>验证结果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95020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11111"/>
                </a:solidFill>
                <a:latin typeface="Microsoft YaHei"/>
              </a:rPr>
              <a:t>最后沉淀结论和动作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440680"/>
            <a:ext cx="10927080" cy="530352"/>
          </a:xfrm>
          <a:prstGeom prst="rect">
            <a:avLst/>
          </a:prstGeom>
          <a:solidFill>
            <a:srgbClr val="F2F4F7"/>
          </a:solidFill>
          <a:ln w="762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150" b="0">
                <a:solidFill>
                  <a:srgbClr val="111111"/>
                </a:solidFill>
                <a:latin typeface="Microsoft YaHei"/>
              </a:rPr>
              <a:t>使用：超过 12 页或跨多个章节时，用目录页承接阅读节奏。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91440"/>
            <a:ext cx="11521440" cy="658368"/>
          </a:xfrm>
        </p:spPr>
        <p:txBody>
          <a:bodyPr wrap="square" lIns="0" rIns="0" tIns="0" bIns="0" anchor="ctr"/>
          <a:lstStyle/>
          <a:p>
            <a:pPr algn="l"/>
            <a:r>
              <a:rPr sz="3000" b="1">
                <a:solidFill>
                  <a:srgbClr val="213261"/>
                </a:solidFill>
                <a:latin typeface="Microsoft YaHei"/>
              </a:rPr>
              <a:t>阶段推进示例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27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Microsoft YaHei"/>
              </a:rPr>
              <a:t>先试点验证，再按范围逐步推广。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2743200"/>
            <a:ext cx="10149840" cy="54864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2331720" cy="2468880"/>
          </a:xfrm>
          <a:prstGeom prst="rect">
            <a:avLst/>
          </a:prstGeom>
          <a:solidFill>
            <a:srgbClr val="FAFAFA"/>
          </a:solidFill>
          <a:ln w="952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2331720" cy="384048"/>
          </a:xfrm>
          <a:prstGeom prst="rect">
            <a:avLst/>
          </a:prstGeom>
          <a:solidFill>
            <a:srgbClr val="0062AC"/>
          </a:solidFill>
          <a:ln w="9525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阶段一</a:t>
            </a:r>
          </a:p>
        </p:txBody>
      </p:sp>
      <p:sp>
        <p:nvSpPr>
          <p:cNvPr id="7" name="Oval 6"/>
          <p:cNvSpPr/>
          <p:nvPr/>
        </p:nvSpPr>
        <p:spPr>
          <a:xfrm>
            <a:off x="1879092" y="2633472"/>
            <a:ext cx="219456" cy="219456"/>
          </a:xfrm>
          <a:prstGeom prst="ellipse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999232"/>
            <a:ext cx="20025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13261"/>
                </a:solidFill>
                <a:latin typeface="Microsoft YaHei"/>
              </a:rPr>
              <a:t>调研确认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56432"/>
            <a:ext cx="1965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11111"/>
                </a:solidFill>
                <a:latin typeface="Microsoft YaHei"/>
              </a:rPr>
              <a:t>明确对象、口径和边界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691640"/>
            <a:ext cx="2331720" cy="2468880"/>
          </a:xfrm>
          <a:prstGeom prst="rect">
            <a:avLst/>
          </a:prstGeom>
          <a:solidFill>
            <a:srgbClr val="FAFAFA"/>
          </a:solidFill>
          <a:ln w="952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691640"/>
            <a:ext cx="2331720" cy="384048"/>
          </a:xfrm>
          <a:prstGeom prst="rect">
            <a:avLst/>
          </a:prstGeom>
          <a:solidFill>
            <a:srgbClr val="0062AC"/>
          </a:solidFill>
          <a:ln w="9525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阶段二</a:t>
            </a:r>
          </a:p>
        </p:txBody>
      </p:sp>
      <p:sp>
        <p:nvSpPr>
          <p:cNvPr id="12" name="Oval 11"/>
          <p:cNvSpPr/>
          <p:nvPr/>
        </p:nvSpPr>
        <p:spPr>
          <a:xfrm>
            <a:off x="4530852" y="2633472"/>
            <a:ext cx="219456" cy="219456"/>
          </a:xfrm>
          <a:prstGeom prst="ellipse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2999232"/>
            <a:ext cx="20025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13261"/>
                </a:solidFill>
                <a:latin typeface="Microsoft YaHei"/>
              </a:rPr>
              <a:t>试点验证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56432"/>
            <a:ext cx="1965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11111"/>
                </a:solidFill>
                <a:latin typeface="Microsoft YaHei"/>
              </a:rPr>
              <a:t>选择代表场景做闭环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691640"/>
            <a:ext cx="2331720" cy="2468880"/>
          </a:xfrm>
          <a:prstGeom prst="rect">
            <a:avLst/>
          </a:prstGeom>
          <a:solidFill>
            <a:srgbClr val="FAFAFA"/>
          </a:solidFill>
          <a:ln w="952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691640"/>
            <a:ext cx="2331720" cy="384048"/>
          </a:xfrm>
          <a:prstGeom prst="rect">
            <a:avLst/>
          </a:prstGeom>
          <a:solidFill>
            <a:srgbClr val="0062AC"/>
          </a:solidFill>
          <a:ln w="9525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阶段三</a:t>
            </a:r>
          </a:p>
        </p:txBody>
      </p:sp>
      <p:sp>
        <p:nvSpPr>
          <p:cNvPr id="17" name="Oval 16"/>
          <p:cNvSpPr/>
          <p:nvPr/>
        </p:nvSpPr>
        <p:spPr>
          <a:xfrm>
            <a:off x="7182612" y="2633472"/>
            <a:ext cx="219456" cy="219456"/>
          </a:xfrm>
          <a:prstGeom prst="ellipse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2999232"/>
            <a:ext cx="20025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13261"/>
                </a:solidFill>
                <a:latin typeface="Microsoft YaHei"/>
              </a:rPr>
              <a:t>推广落地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456432"/>
            <a:ext cx="1965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11111"/>
                </a:solidFill>
                <a:latin typeface="Microsoft YaHei"/>
              </a:rPr>
              <a:t>扩展到主要团队和项目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1691640"/>
            <a:ext cx="2331720" cy="2468880"/>
          </a:xfrm>
          <a:prstGeom prst="rect">
            <a:avLst/>
          </a:prstGeom>
          <a:solidFill>
            <a:srgbClr val="FAFAFA"/>
          </a:solidFill>
          <a:ln w="952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78240" y="1691640"/>
            <a:ext cx="2331720" cy="384048"/>
          </a:xfrm>
          <a:prstGeom prst="rect">
            <a:avLst/>
          </a:prstGeom>
          <a:solidFill>
            <a:srgbClr val="0062AC"/>
          </a:solidFill>
          <a:ln w="9525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阶段四</a:t>
            </a:r>
          </a:p>
        </p:txBody>
      </p:sp>
      <p:sp>
        <p:nvSpPr>
          <p:cNvPr id="22" name="Oval 21"/>
          <p:cNvSpPr/>
          <p:nvPr/>
        </p:nvSpPr>
        <p:spPr>
          <a:xfrm>
            <a:off x="9834372" y="2633472"/>
            <a:ext cx="219456" cy="219456"/>
          </a:xfrm>
          <a:prstGeom prst="ellipse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42832" y="2999232"/>
            <a:ext cx="20025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13261"/>
                </a:solidFill>
                <a:latin typeface="Microsoft YaHei"/>
              </a:rPr>
              <a:t>持续优化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19" y="3456432"/>
            <a:ext cx="1965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rgbClr val="111111"/>
                </a:solidFill>
                <a:latin typeface="Microsoft YaHei"/>
              </a:rPr>
              <a:t>按数据反馈迭代规则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230368"/>
            <a:ext cx="10927080" cy="566928"/>
          </a:xfrm>
          <a:prstGeom prst="rect">
            <a:avLst/>
          </a:prstGeom>
          <a:solidFill>
            <a:srgbClr val="F2F4F7"/>
          </a:solidFill>
          <a:ln w="762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150" b="0">
                <a:solidFill>
                  <a:srgbClr val="111111"/>
                </a:solidFill>
                <a:latin typeface="Microsoft YaHei"/>
              </a:rPr>
              <a:t>依赖：每阶段结束后先确认口径，再进入下一阶段。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91440"/>
            <a:ext cx="11521440" cy="658368"/>
          </a:xfrm>
        </p:spPr>
        <p:txBody>
          <a:bodyPr wrap="square" lIns="0" rIns="0" tIns="0" bIns="0" anchor="ctr"/>
          <a:lstStyle/>
          <a:p>
            <a:pPr algn="l"/>
            <a:r>
              <a:rPr sz="3000" b="1">
                <a:solidFill>
                  <a:srgbClr val="213261"/>
                </a:solidFill>
                <a:latin typeface="Microsoft YaHei"/>
              </a:rPr>
              <a:t>操作步骤示例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27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Microsoft YaHei"/>
              </a:rPr>
              <a:t>按入口、动作、结果组织截图，重点控件用红框标注。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4983480" cy="3108960"/>
          </a:xfrm>
          <a:prstGeom prst="rect">
            <a:avLst/>
          </a:prstGeom>
          <a:solidFill>
            <a:srgbClr val="F2F4F7"/>
          </a:solidFill>
          <a:ln w="1143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029968"/>
            <a:ext cx="4434840" cy="384048"/>
          </a:xfrm>
          <a:prstGeom prst="rect">
            <a:avLst/>
          </a:prstGeom>
          <a:solidFill>
            <a:srgbClr val="EDEDED"/>
          </a:solidFill>
          <a:ln w="508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13261"/>
                </a:solidFill>
                <a:latin typeface="Microsoft YaHei"/>
              </a:rPr>
              <a:t>界面示意一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4434840" cy="1207008"/>
          </a:xfrm>
          <a:prstGeom prst="rect">
            <a:avLst/>
          </a:prstGeom>
          <a:solidFill>
            <a:srgbClr val="EDEDED"/>
          </a:solidFill>
          <a:ln w="508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3163824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11111"/>
                </a:solidFill>
                <a:latin typeface="Microsoft YaHei"/>
              </a:rPr>
              <a:t>真实截图放入此区域，保持同一比例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2852928"/>
            <a:ext cx="1097280" cy="566928"/>
          </a:xfrm>
          <a:prstGeom prst="rect">
            <a:avLst/>
          </a:prstGeom>
          <a:solidFill>
            <a:srgbClr val="F2F4F7"/>
          </a:solidFill>
          <a:ln w="15240">
            <a:solidFill>
              <a:srgbClr val="D9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572768"/>
            <a:ext cx="4983480" cy="3108960"/>
          </a:xfrm>
          <a:prstGeom prst="rect">
            <a:avLst/>
          </a:prstGeom>
          <a:solidFill>
            <a:srgbClr val="F2F4F7"/>
          </a:solidFill>
          <a:ln w="1143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0" y="2029968"/>
            <a:ext cx="4434840" cy="384048"/>
          </a:xfrm>
          <a:prstGeom prst="rect">
            <a:avLst/>
          </a:prstGeom>
          <a:solidFill>
            <a:srgbClr val="EDEDED"/>
          </a:solidFill>
          <a:ln w="508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13261"/>
                </a:solidFill>
                <a:latin typeface="Microsoft YaHei"/>
              </a:rPr>
              <a:t>界面示意二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743200"/>
            <a:ext cx="4434840" cy="1207008"/>
          </a:xfrm>
          <a:prstGeom prst="rect">
            <a:avLst/>
          </a:prstGeom>
          <a:solidFill>
            <a:srgbClr val="EDEDED"/>
          </a:solidFill>
          <a:ln w="508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9168" y="3163824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11111"/>
                </a:solidFill>
                <a:latin typeface="Microsoft YaHei"/>
              </a:rPr>
              <a:t>真实截图放入此区域，保持同一比例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29800" y="2852928"/>
            <a:ext cx="1097280" cy="566928"/>
          </a:xfrm>
          <a:prstGeom prst="rect">
            <a:avLst/>
          </a:prstGeom>
          <a:solidFill>
            <a:srgbClr val="F2F4F7"/>
          </a:solidFill>
          <a:ln w="15240">
            <a:solidFill>
              <a:srgbClr val="D9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5797296" y="2834640"/>
            <a:ext cx="548640" cy="274320"/>
          </a:xfrm>
          <a:prstGeom prst="rightArrow">
            <a:avLst/>
          </a:prstGeom>
          <a:solidFill>
            <a:srgbClr val="D93025"/>
          </a:solidFill>
          <a:ln>
            <a:solidFill>
              <a:srgbClr val="D9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773168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Microsoft YaHei"/>
              </a:rPr>
              <a:t>第一步：进入页面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773168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Microsoft YaHei"/>
              </a:rPr>
              <a:t>第二步：确认结果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440680"/>
            <a:ext cx="10927080" cy="530352"/>
          </a:xfrm>
          <a:prstGeom prst="rect">
            <a:avLst/>
          </a:prstGeom>
          <a:solidFill>
            <a:srgbClr val="F2F4F7"/>
          </a:solidFill>
          <a:ln w="762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150" b="0">
                <a:solidFill>
                  <a:srgbClr val="111111"/>
                </a:solidFill>
                <a:latin typeface="Microsoft YaHei"/>
              </a:rPr>
              <a:t>说明：真实截图交付前需脱敏，截图文字必须可读。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91440"/>
            <a:ext cx="11521440" cy="658368"/>
          </a:xfrm>
        </p:spPr>
        <p:txBody>
          <a:bodyPr wrap="square" lIns="0" rIns="0" tIns="0" bIns="0" anchor="ctr"/>
          <a:lstStyle/>
          <a:p>
            <a:pPr algn="l"/>
            <a:r>
              <a:rPr sz="3000" b="1">
                <a:solidFill>
                  <a:srgbClr val="213261"/>
                </a:solidFill>
                <a:latin typeface="Microsoft YaHei"/>
              </a:rPr>
              <a:t>故障排查示例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27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Microsoft YaHei"/>
              </a:rPr>
              <a:t>先定位异常提示，再说明判断依据和处理动作。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6629400" cy="3611880"/>
          </a:xfrm>
          <a:prstGeom prst="rect">
            <a:avLst/>
          </a:prstGeom>
          <a:solidFill>
            <a:srgbClr val="F2F4F7"/>
          </a:solidFill>
          <a:ln w="1143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" y="1920240"/>
            <a:ext cx="5989320" cy="384048"/>
          </a:xfrm>
          <a:prstGeom prst="rect">
            <a:avLst/>
          </a:prstGeom>
          <a:solidFill>
            <a:srgbClr val="EDEDED"/>
          </a:solidFill>
          <a:ln w="508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213261"/>
                </a:solidFill>
                <a:latin typeface="Microsoft YaHei"/>
              </a:rPr>
              <a:t>异常提示区域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633472"/>
            <a:ext cx="5989320" cy="1481328"/>
          </a:xfrm>
          <a:prstGeom prst="rect">
            <a:avLst/>
          </a:prstGeom>
          <a:solidFill>
            <a:srgbClr val="EDEDED"/>
          </a:solidFill>
          <a:ln w="508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145536"/>
            <a:ext cx="3794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Microsoft YaHei"/>
              </a:rPr>
              <a:t>真实截图放入此区域，保留异常提示和当前页面。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2779776"/>
            <a:ext cx="1234440" cy="621792"/>
          </a:xfrm>
          <a:prstGeom prst="rect">
            <a:avLst/>
          </a:prstGeom>
          <a:solidFill>
            <a:srgbClr val="F2F4F7"/>
          </a:solidFill>
          <a:ln w="15240">
            <a:solidFill>
              <a:srgbClr val="D9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773168"/>
            <a:ext cx="6629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Microsoft YaHei"/>
              </a:rPr>
              <a:t>截图证据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1572768"/>
            <a:ext cx="3931920" cy="1051560"/>
          </a:xfrm>
          <a:prstGeom prst="rect">
            <a:avLst/>
          </a:prstGeom>
          <a:solidFill>
            <a:srgbClr val="FAFAFA"/>
          </a:solidFill>
          <a:ln w="952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1572768"/>
            <a:ext cx="109728" cy="1051560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1719072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13261"/>
                </a:solidFill>
                <a:latin typeface="Microsoft YaHei"/>
              </a:rPr>
              <a:t>现象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2103120"/>
            <a:ext cx="3429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11111"/>
                </a:solidFill>
                <a:latin typeface="Microsoft YaHei"/>
              </a:rPr>
              <a:t>页面提示保存失败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852928"/>
            <a:ext cx="3931920" cy="1051560"/>
          </a:xfrm>
          <a:prstGeom prst="rect">
            <a:avLst/>
          </a:prstGeom>
          <a:solidFill>
            <a:srgbClr val="FAFAFA"/>
          </a:solidFill>
          <a:ln w="952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2852928"/>
            <a:ext cx="109728" cy="1051560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2999232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13261"/>
                </a:solidFill>
                <a:latin typeface="Microsoft YaHei"/>
              </a:rPr>
              <a:t>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383280"/>
            <a:ext cx="3429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11111"/>
                </a:solidFill>
                <a:latin typeface="Microsoft YaHei"/>
              </a:rPr>
              <a:t>先确认配置和权限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4133087"/>
            <a:ext cx="3931920" cy="1051560"/>
          </a:xfrm>
          <a:prstGeom prst="rect">
            <a:avLst/>
          </a:prstGeom>
          <a:solidFill>
            <a:srgbClr val="FAFAFA"/>
          </a:solidFill>
          <a:ln w="952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4133087"/>
            <a:ext cx="109728" cy="1051560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2127" y="4279392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13261"/>
                </a:solidFill>
                <a:latin typeface="Microsoft YaHei"/>
              </a:rPr>
              <a:t>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4663440"/>
            <a:ext cx="3429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11111"/>
                </a:solidFill>
                <a:latin typeface="Microsoft YaHei"/>
              </a:rPr>
              <a:t>修正后重新提交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440680"/>
            <a:ext cx="10927080" cy="530352"/>
          </a:xfrm>
          <a:prstGeom prst="rect">
            <a:avLst/>
          </a:prstGeom>
          <a:solidFill>
            <a:srgbClr val="F2F4F7"/>
          </a:solidFill>
          <a:ln w="762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150" b="0">
                <a:solidFill>
                  <a:srgbClr val="111111"/>
                </a:solidFill>
                <a:latin typeface="Microsoft YaHei"/>
              </a:rPr>
              <a:t>边界：本页只说明单个异常，复杂问题拆成多页排查。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91440"/>
            <a:ext cx="11521440" cy="658368"/>
          </a:xfrm>
        </p:spPr>
        <p:txBody>
          <a:bodyPr wrap="square" lIns="0" rIns="0" tIns="0" bIns="0" anchor="ctr"/>
          <a:lstStyle/>
          <a:p>
            <a:pPr algn="l"/>
            <a:r>
              <a:rPr sz="3000" b="1">
                <a:solidFill>
                  <a:srgbClr val="213261"/>
                </a:solidFill>
                <a:latin typeface="Microsoft YaHei"/>
              </a:rPr>
              <a:t>架构说明示例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27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Microsoft YaHei"/>
              </a:rPr>
              <a:t>左侧先给阅读口径，右侧展示主链路。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3154680" cy="4041648"/>
          </a:xfrm>
          <a:prstGeom prst="rect">
            <a:avLst/>
          </a:prstGeom>
          <a:solidFill>
            <a:srgbClr val="FAFAFA"/>
          </a:solidFill>
          <a:ln w="952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9728" cy="4041648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55648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13261"/>
                </a:solidFill>
                <a:latin typeface="Microsoft YaHei"/>
              </a:rPr>
              <a:t>阅读口径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286000"/>
            <a:ext cx="2542032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Microsoft YaHei"/>
              </a:rPr>
              <a:t>明确对象边界</a:t>
            </a:r>
          </a:p>
          <a:p>
            <a:pPr algn="l"/>
            <a:r>
              <a:rPr sz="1200" b="0">
                <a:solidFill>
                  <a:srgbClr val="111111"/>
                </a:solidFill>
                <a:latin typeface="Microsoft YaHei"/>
              </a:rPr>
              <a:t>确认主链路方向</a:t>
            </a:r>
          </a:p>
          <a:p>
            <a:pPr algn="l"/>
            <a:r>
              <a:rPr sz="1200" b="0">
                <a:solidFill>
                  <a:srgbClr val="111111"/>
                </a:solidFill>
                <a:latin typeface="Microsoft YaHei"/>
              </a:rPr>
              <a:t>标出异常入口</a:t>
            </a:r>
          </a:p>
          <a:p>
            <a:pPr algn="l"/>
            <a:r>
              <a:rPr sz="1200" b="0">
                <a:solidFill>
                  <a:srgbClr val="111111"/>
                </a:solidFill>
                <a:latin typeface="Microsoft YaHei"/>
              </a:rPr>
              <a:t>写清交付结论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4160520"/>
            <a:ext cx="2542032" cy="713232"/>
          </a:xfrm>
          <a:prstGeom prst="rect">
            <a:avLst/>
          </a:prstGeom>
          <a:solidFill>
            <a:srgbClr val="F2F4F7"/>
          </a:solidFill>
          <a:ln w="635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80" b="0">
                <a:solidFill>
                  <a:srgbClr val="111111"/>
                </a:solidFill>
                <a:latin typeface="Microsoft YaHei"/>
              </a:rPr>
              <a:t>边界：只讲和本页结论相关的链路。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508760"/>
            <a:ext cx="7406640" cy="4041648"/>
          </a:xfrm>
          <a:prstGeom prst="rect">
            <a:avLst/>
          </a:prstGeom>
          <a:solidFill>
            <a:srgbClr val="FAFAFA"/>
          </a:solidFill>
          <a:ln w="952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755648"/>
            <a:ext cx="6720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13261"/>
                </a:solidFill>
                <a:latin typeface="Microsoft YaHei"/>
              </a:rPr>
              <a:t>主链路示意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468880"/>
            <a:ext cx="1225296" cy="566928"/>
          </a:xfrm>
          <a:prstGeom prst="rect">
            <a:avLst/>
          </a:prstGeom>
          <a:solidFill>
            <a:srgbClr val="F2F4F7"/>
          </a:solidFill>
          <a:ln w="952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213261"/>
                </a:solidFill>
                <a:latin typeface="Microsoft YaHei"/>
              </a:rPr>
              <a:t>用户入口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468880"/>
            <a:ext cx="1225296" cy="566928"/>
          </a:xfrm>
          <a:prstGeom prst="rect">
            <a:avLst/>
          </a:prstGeom>
          <a:solidFill>
            <a:srgbClr val="0062AC"/>
          </a:solidFill>
          <a:ln w="9525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服务网关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468880"/>
            <a:ext cx="1225296" cy="566928"/>
          </a:xfrm>
          <a:prstGeom prst="rect">
            <a:avLst/>
          </a:prstGeom>
          <a:solidFill>
            <a:srgbClr val="00518E"/>
          </a:solidFill>
          <a:ln w="9525"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核心服务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0" y="2468880"/>
            <a:ext cx="1225296" cy="566928"/>
          </a:xfrm>
          <a:prstGeom prst="rect">
            <a:avLst/>
          </a:prstGeom>
          <a:solidFill>
            <a:srgbClr val="F2F4F7"/>
          </a:solidFill>
          <a:ln w="952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213261"/>
                </a:solidFill>
                <a:latin typeface="Microsoft YaHei"/>
              </a:rPr>
              <a:t>数据存储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70448" y="2651760"/>
            <a:ext cx="310896" cy="164592"/>
          </a:xfrm>
          <a:prstGeom prst="rightArrow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607808" y="2651760"/>
            <a:ext cx="310896" cy="164592"/>
          </a:xfrm>
          <a:prstGeom prst="rightArrow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9345168" y="2651760"/>
            <a:ext cx="310896" cy="164592"/>
          </a:xfrm>
          <a:prstGeom prst="rightArrow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3767328"/>
            <a:ext cx="1444752" cy="493776"/>
          </a:xfrm>
          <a:prstGeom prst="rect">
            <a:avLst/>
          </a:prstGeom>
          <a:solidFill>
            <a:srgbClr val="F2F4F7"/>
          </a:solidFill>
          <a:ln w="952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80" b="1">
                <a:solidFill>
                  <a:srgbClr val="213261"/>
                </a:solidFill>
                <a:latin typeface="Microsoft YaHei"/>
              </a:rPr>
              <a:t>任务队列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3767328"/>
            <a:ext cx="1444752" cy="493776"/>
          </a:xfrm>
          <a:prstGeom prst="rect">
            <a:avLst/>
          </a:prstGeom>
          <a:solidFill>
            <a:srgbClr val="F2F4F7"/>
          </a:solidFill>
          <a:ln w="952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80" b="1">
                <a:solidFill>
                  <a:srgbClr val="213261"/>
                </a:solidFill>
                <a:latin typeface="Microsoft YaHei"/>
              </a:rPr>
              <a:t>审计日志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4663440"/>
            <a:ext cx="6675120" cy="384048"/>
          </a:xfrm>
          <a:prstGeom prst="rect">
            <a:avLst/>
          </a:prstGeom>
          <a:solidFill>
            <a:srgbClr val="EDEDED"/>
          </a:solidFill>
          <a:ln w="952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080" b="0">
                <a:solidFill>
                  <a:srgbClr val="111111"/>
                </a:solidFill>
                <a:latin typeface="Microsoft YaHei"/>
              </a:rPr>
              <a:t>说明：复杂链路先拆主干，异常分支放到下一页。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705856"/>
            <a:ext cx="10927080" cy="329184"/>
          </a:xfrm>
          <a:prstGeom prst="rect">
            <a:avLst/>
          </a:prstGeom>
          <a:solidFill>
            <a:srgbClr val="F2F4F7"/>
          </a:solidFill>
          <a:ln w="635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l"/>
            <a:r>
              <a:rPr sz="1080" b="0">
                <a:solidFill>
                  <a:srgbClr val="111111"/>
                </a:solidFill>
                <a:latin typeface="Microsoft YaHei"/>
              </a:rPr>
              <a:t>适用：说明文字和架构图同等重要；图特别宽时改用 ARC-02。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91440"/>
            <a:ext cx="11521440" cy="658368"/>
          </a:xfrm>
        </p:spPr>
        <p:txBody>
          <a:bodyPr wrap="square" lIns="0" rIns="0" tIns="0" bIns="0" anchor="ctr"/>
          <a:lstStyle/>
          <a:p>
            <a:pPr algn="l"/>
            <a:r>
              <a:rPr sz="3000" b="1">
                <a:solidFill>
                  <a:srgbClr val="213261"/>
                </a:solidFill>
                <a:latin typeface="Microsoft YaHei"/>
              </a:rPr>
              <a:t>技术架构示例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27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Microsoft YaHei"/>
              </a:rPr>
              <a:t>先看主链路，再看边界条件。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927080" cy="3886200"/>
          </a:xfrm>
          <a:prstGeom prst="rect">
            <a:avLst/>
          </a:prstGeom>
          <a:solidFill>
            <a:srgbClr val="FAFAFA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" y="1901952"/>
            <a:ext cx="1828800" cy="749808"/>
          </a:xfrm>
          <a:prstGeom prst="rect">
            <a:avLst/>
          </a:prstGeom>
          <a:solidFill>
            <a:srgbClr val="F2F4F7"/>
          </a:solidFill>
          <a:ln w="952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13261"/>
                </a:solidFill>
                <a:latin typeface="Microsoft YaHei"/>
              </a:rPr>
              <a:t>外部系统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0" y="1901952"/>
            <a:ext cx="1828800" cy="749808"/>
          </a:xfrm>
          <a:prstGeom prst="rect">
            <a:avLst/>
          </a:prstGeom>
          <a:solidFill>
            <a:srgbClr val="0062AC"/>
          </a:solidFill>
          <a:ln w="9525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入口层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1901952"/>
            <a:ext cx="1828800" cy="749808"/>
          </a:xfrm>
          <a:prstGeom prst="rect">
            <a:avLst/>
          </a:prstGeom>
          <a:solidFill>
            <a:srgbClr val="00518E"/>
          </a:solidFill>
          <a:ln w="9525"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服务层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1901952"/>
            <a:ext cx="1828800" cy="749808"/>
          </a:xfrm>
          <a:prstGeom prst="rect">
            <a:avLst/>
          </a:prstGeom>
          <a:solidFill>
            <a:srgbClr val="F2F4F7"/>
          </a:solidFill>
          <a:ln w="952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213261"/>
                </a:solidFill>
                <a:latin typeface="Microsoft YaHei"/>
              </a:rPr>
              <a:t>数据层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80360" y="2121408"/>
            <a:ext cx="347472" cy="201168"/>
          </a:xfrm>
          <a:prstGeom prst="rightArrow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257800" y="2121408"/>
            <a:ext cx="347472" cy="201168"/>
          </a:xfrm>
          <a:prstGeom prst="rightArrow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635240" y="2121408"/>
            <a:ext cx="347472" cy="201168"/>
          </a:xfrm>
          <a:prstGeom prst="rightArrow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3218688"/>
            <a:ext cx="7406640" cy="987552"/>
          </a:xfrm>
          <a:prstGeom prst="rect">
            <a:avLst/>
          </a:prstGeom>
          <a:solidFill>
            <a:srgbClr val="EDEDED"/>
          </a:solidFill>
          <a:ln w="952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200" b="0">
                <a:solidFill>
                  <a:srgbClr val="111111"/>
                </a:solidFill>
                <a:latin typeface="Microsoft YaHei"/>
              </a:rPr>
              <a:t>主链路说明区：用简短中文标签说明数据、任务或请求如何流转。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3401568"/>
            <a:ext cx="841248" cy="438912"/>
          </a:xfrm>
          <a:prstGeom prst="rect">
            <a:avLst/>
          </a:prstGeom>
          <a:solidFill>
            <a:srgbClr val="F2F4F7"/>
          </a:solidFill>
          <a:ln w="15240">
            <a:solidFill>
              <a:srgbClr val="D9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D93025"/>
                </a:solidFill>
                <a:latin typeface="Microsoft YaHei"/>
              </a:rPr>
              <a:t>边界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532120"/>
            <a:ext cx="10927080" cy="502920"/>
          </a:xfrm>
          <a:prstGeom prst="rect">
            <a:avLst/>
          </a:prstGeom>
          <a:solidFill>
            <a:srgbClr val="F2F4F7"/>
          </a:solidFill>
          <a:ln w="762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150" b="0">
                <a:solidFill>
                  <a:srgbClr val="111111"/>
                </a:solidFill>
                <a:latin typeface="Microsoft YaHei"/>
              </a:rPr>
              <a:t>边界：本页只展示主要链路，不展开异常分支。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91440"/>
            <a:ext cx="11521440" cy="658368"/>
          </a:xfrm>
        </p:spPr>
        <p:txBody>
          <a:bodyPr wrap="square" lIns="0" rIns="0" tIns="0" bIns="0" anchor="ctr"/>
          <a:lstStyle/>
          <a:p>
            <a:pPr algn="l"/>
            <a:r>
              <a:rPr sz="3000" b="1">
                <a:solidFill>
                  <a:srgbClr val="213261"/>
                </a:solidFill>
                <a:latin typeface="Microsoft YaHei"/>
              </a:rPr>
              <a:t>证据表说明示例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27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Microsoft YaHei"/>
              </a:rPr>
              <a:t>密集表格先统一口径，再压缩到可读范围。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960120" cy="438912"/>
          </a:xfrm>
          <a:prstGeom prst="rect">
            <a:avLst/>
          </a:prstGeom>
          <a:solidFill>
            <a:srgbClr val="0062AC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类别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1572768"/>
            <a:ext cx="1371600" cy="438912"/>
          </a:xfrm>
          <a:prstGeom prst="rect">
            <a:avLst/>
          </a:prstGeom>
          <a:solidFill>
            <a:srgbClr val="0062AC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对象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1800" y="1572768"/>
            <a:ext cx="1874519" cy="438912"/>
          </a:xfrm>
          <a:prstGeom prst="rect">
            <a:avLst/>
          </a:prstGeom>
          <a:solidFill>
            <a:srgbClr val="0062AC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口径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572768"/>
            <a:ext cx="2331720" cy="438912"/>
          </a:xfrm>
          <a:prstGeom prst="rect">
            <a:avLst/>
          </a:prstGeom>
          <a:solidFill>
            <a:srgbClr val="0062AC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证据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8040" y="1572768"/>
            <a:ext cx="2011680" cy="438912"/>
          </a:xfrm>
          <a:prstGeom prst="rect">
            <a:avLst/>
          </a:prstGeom>
          <a:solidFill>
            <a:srgbClr val="0062AC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约束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9720" y="1572768"/>
            <a:ext cx="2377440" cy="438912"/>
          </a:xfrm>
          <a:prstGeom prst="rect">
            <a:avLst/>
          </a:prstGeom>
          <a:solidFill>
            <a:srgbClr val="0062AC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960120" cy="530352"/>
          </a:xfrm>
          <a:prstGeom prst="rect">
            <a:avLst/>
          </a:prstGeom>
          <a:solidFill>
            <a:srgbClr val="FFFFFF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范围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2011680"/>
            <a:ext cx="1371600" cy="530352"/>
          </a:xfrm>
          <a:prstGeom prst="rect">
            <a:avLst/>
          </a:prstGeom>
          <a:solidFill>
            <a:srgbClr val="FFFFFF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项目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2011680"/>
            <a:ext cx="1874519" cy="530352"/>
          </a:xfrm>
          <a:prstGeom prst="rect">
            <a:avLst/>
          </a:prstGeom>
          <a:solidFill>
            <a:srgbClr val="FFFFFF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同一对象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011680"/>
            <a:ext cx="2331720" cy="530352"/>
          </a:xfrm>
          <a:prstGeom prst="rect">
            <a:avLst/>
          </a:prstGeom>
          <a:solidFill>
            <a:srgbClr val="FFFFFF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来源可追溯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2011680"/>
            <a:ext cx="2011680" cy="530352"/>
          </a:xfrm>
          <a:prstGeom prst="rect">
            <a:avLst/>
          </a:prstGeom>
          <a:solidFill>
            <a:srgbClr val="FFFFFF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不跨系统合并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2011680"/>
            <a:ext cx="2377440" cy="530352"/>
          </a:xfrm>
          <a:prstGeom prst="rect">
            <a:avLst/>
          </a:prstGeom>
          <a:solidFill>
            <a:srgbClr val="FFFFFF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先确认边界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542032"/>
            <a:ext cx="960120" cy="530352"/>
          </a:xfrm>
          <a:prstGeom prst="rect">
            <a:avLst/>
          </a:prstGeom>
          <a:solidFill>
            <a:srgbClr val="F2F4F7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质量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2542032"/>
            <a:ext cx="1371600" cy="530352"/>
          </a:xfrm>
          <a:prstGeom prst="rect">
            <a:avLst/>
          </a:prstGeom>
          <a:solidFill>
            <a:srgbClr val="F2F4F7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结果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800" y="2542032"/>
            <a:ext cx="1874519" cy="530352"/>
          </a:xfrm>
          <a:prstGeom prst="rect">
            <a:avLst/>
          </a:prstGeom>
          <a:solidFill>
            <a:srgbClr val="F2F4F7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同一时间窗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2542032"/>
            <a:ext cx="2331720" cy="530352"/>
          </a:xfrm>
          <a:prstGeom prst="rect">
            <a:avLst/>
          </a:prstGeom>
          <a:solidFill>
            <a:srgbClr val="F2F4F7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状态可复核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2542032"/>
            <a:ext cx="2011680" cy="530352"/>
          </a:xfrm>
          <a:prstGeom prst="rect">
            <a:avLst/>
          </a:prstGeom>
          <a:solidFill>
            <a:srgbClr val="F2F4F7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异常单独说明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2542032"/>
            <a:ext cx="2377440" cy="530352"/>
          </a:xfrm>
          <a:prstGeom prst="rect">
            <a:avLst/>
          </a:prstGeom>
          <a:solidFill>
            <a:srgbClr val="F2F4F7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支撑评审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072384"/>
            <a:ext cx="960120" cy="530352"/>
          </a:xfrm>
          <a:prstGeom prst="rect">
            <a:avLst/>
          </a:prstGeom>
          <a:solidFill>
            <a:srgbClr val="FFFFFF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时效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3072384"/>
            <a:ext cx="1371600" cy="530352"/>
          </a:xfrm>
          <a:prstGeom prst="rect">
            <a:avLst/>
          </a:prstGeom>
          <a:solidFill>
            <a:srgbClr val="FFFFFF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任务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71800" y="3072384"/>
            <a:ext cx="1874519" cy="530352"/>
          </a:xfrm>
          <a:prstGeom prst="rect">
            <a:avLst/>
          </a:prstGeom>
          <a:solidFill>
            <a:srgbClr val="FFFFFF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按日更新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3072384"/>
            <a:ext cx="2331720" cy="530352"/>
          </a:xfrm>
          <a:prstGeom prst="rect">
            <a:avLst/>
          </a:prstGeom>
          <a:solidFill>
            <a:srgbClr val="FFFFFF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处理链路完整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3072384"/>
            <a:ext cx="2011680" cy="530352"/>
          </a:xfrm>
          <a:prstGeom prst="rect">
            <a:avLst/>
          </a:prstGeom>
          <a:solidFill>
            <a:srgbClr val="FFFFFF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延迟需标注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3072384"/>
            <a:ext cx="2377440" cy="530352"/>
          </a:xfrm>
          <a:prstGeom prst="rect">
            <a:avLst/>
          </a:prstGeom>
          <a:solidFill>
            <a:srgbClr val="FFFFFF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便于跟踪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602736"/>
            <a:ext cx="960120" cy="530352"/>
          </a:xfrm>
          <a:prstGeom prst="rect">
            <a:avLst/>
          </a:prstGeom>
          <a:solidFill>
            <a:srgbClr val="F2F4F7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风险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00200" y="3602736"/>
            <a:ext cx="1371600" cy="530352"/>
          </a:xfrm>
          <a:prstGeom prst="rect">
            <a:avLst/>
          </a:prstGeom>
          <a:solidFill>
            <a:srgbClr val="F2F4F7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异常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71800" y="3602736"/>
            <a:ext cx="1874519" cy="530352"/>
          </a:xfrm>
          <a:prstGeom prst="rect">
            <a:avLst/>
          </a:prstGeom>
          <a:solidFill>
            <a:srgbClr val="F2F4F7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分级记录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3602736"/>
            <a:ext cx="2331720" cy="530352"/>
          </a:xfrm>
          <a:prstGeom prst="rect">
            <a:avLst/>
          </a:prstGeom>
          <a:solidFill>
            <a:srgbClr val="F2F4F7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处置动作明确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78040" y="3602736"/>
            <a:ext cx="2011680" cy="530352"/>
          </a:xfrm>
          <a:prstGeom prst="rect">
            <a:avLst/>
          </a:prstGeom>
          <a:solidFill>
            <a:srgbClr val="F2F4F7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不可只写现象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3602736"/>
            <a:ext cx="2377440" cy="530352"/>
          </a:xfrm>
          <a:prstGeom prst="rect">
            <a:avLst/>
          </a:prstGeom>
          <a:solidFill>
            <a:srgbClr val="F2F4F7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降低误判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133088"/>
            <a:ext cx="960120" cy="530352"/>
          </a:xfrm>
          <a:prstGeom prst="rect">
            <a:avLst/>
          </a:prstGeom>
          <a:solidFill>
            <a:srgbClr val="FFFFFF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输出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00200" y="4133088"/>
            <a:ext cx="1371600" cy="530352"/>
          </a:xfrm>
          <a:prstGeom prst="rect">
            <a:avLst/>
          </a:prstGeom>
          <a:solidFill>
            <a:srgbClr val="FFFFFF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结论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71800" y="4133088"/>
            <a:ext cx="1874519" cy="530352"/>
          </a:xfrm>
          <a:prstGeom prst="rect">
            <a:avLst/>
          </a:prstGeom>
          <a:solidFill>
            <a:srgbClr val="FFFFFF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口径一致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4133088"/>
            <a:ext cx="2331720" cy="530352"/>
          </a:xfrm>
          <a:prstGeom prst="rect">
            <a:avLst/>
          </a:prstGeom>
          <a:solidFill>
            <a:srgbClr val="FFFFFF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责任人明确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78040" y="4133088"/>
            <a:ext cx="2011680" cy="530352"/>
          </a:xfrm>
          <a:prstGeom prst="rect">
            <a:avLst/>
          </a:prstGeom>
          <a:solidFill>
            <a:srgbClr val="FFFFFF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不填伪数据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4133088"/>
            <a:ext cx="2377440" cy="530352"/>
          </a:xfrm>
          <a:prstGeom prst="rect">
            <a:avLst/>
          </a:prstGeom>
          <a:solidFill>
            <a:srgbClr val="FFFFFF"/>
          </a:solidFill>
          <a:ln w="5334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111111"/>
                </a:solidFill>
                <a:latin typeface="Microsoft YaHei"/>
              </a:rPr>
              <a:t>可进入复盘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074920"/>
            <a:ext cx="10927080" cy="658368"/>
          </a:xfrm>
          <a:prstGeom prst="rect">
            <a:avLst/>
          </a:prstGeom>
          <a:solidFill>
            <a:srgbClr val="F2F4F7"/>
          </a:solidFill>
          <a:ln w="762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150" b="0">
                <a:solidFill>
                  <a:srgbClr val="111111"/>
                </a:solidFill>
                <a:latin typeface="Microsoft YaHei"/>
              </a:rPr>
              <a:t>规则：超过 6 列或 8 行时优先拆表，不把正文缩到不可读。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91440"/>
            <a:ext cx="11521440" cy="658368"/>
          </a:xfrm>
        </p:spPr>
        <p:txBody>
          <a:bodyPr wrap="square" lIns="0" rIns="0" tIns="0" bIns="0" anchor="ctr"/>
          <a:lstStyle/>
          <a:p>
            <a:pPr algn="l"/>
            <a:r>
              <a:rPr sz="3000" b="1">
                <a:solidFill>
                  <a:srgbClr val="213261"/>
                </a:solidFill>
                <a:latin typeface="Microsoft YaHei"/>
              </a:rPr>
              <a:t>指标评估示例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27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Microsoft YaHei"/>
              </a:rPr>
              <a:t>先明确判断口径，再说明通过标准。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1463040" cy="475488"/>
          </a:xfrm>
          <a:prstGeom prst="rect">
            <a:avLst/>
          </a:prstGeom>
          <a:solidFill>
            <a:srgbClr val="0062AC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1572768"/>
            <a:ext cx="2834640" cy="475488"/>
          </a:xfrm>
          <a:prstGeom prst="rect">
            <a:avLst/>
          </a:prstGeom>
          <a:solidFill>
            <a:srgbClr val="0062AC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判断内容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1572768"/>
            <a:ext cx="3246120" cy="475488"/>
          </a:xfrm>
          <a:prstGeom prst="rect">
            <a:avLst/>
          </a:prstGeom>
          <a:solidFill>
            <a:srgbClr val="0062AC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通过标准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3879" y="1572768"/>
            <a:ext cx="3383280" cy="475488"/>
          </a:xfrm>
          <a:prstGeom prst="rect">
            <a:avLst/>
          </a:prstGeom>
          <a:solidFill>
            <a:srgbClr val="0062AC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业务含义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48256"/>
            <a:ext cx="1463040" cy="713232"/>
          </a:xfrm>
          <a:prstGeom prst="rect">
            <a:avLst/>
          </a:prstGeom>
          <a:solidFill>
            <a:srgbClr val="FFFFFF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111111"/>
                </a:solidFill>
                <a:latin typeface="Microsoft YaHei"/>
              </a:rPr>
              <a:t>范围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048256"/>
            <a:ext cx="2834640" cy="713232"/>
          </a:xfrm>
          <a:prstGeom prst="rect">
            <a:avLst/>
          </a:prstGeom>
          <a:solidFill>
            <a:srgbClr val="FFFFFF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111111"/>
                </a:solidFill>
                <a:latin typeface="Microsoft YaHei"/>
              </a:rPr>
              <a:t>是否限定对象边界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2048256"/>
            <a:ext cx="3246120" cy="713232"/>
          </a:xfrm>
          <a:prstGeom prst="rect">
            <a:avLst/>
          </a:prstGeom>
          <a:solidFill>
            <a:srgbClr val="FFFFFF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111111"/>
                </a:solidFill>
                <a:latin typeface="Microsoft YaHei"/>
              </a:rPr>
              <a:t>同一对象、同一时间窗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2048256"/>
            <a:ext cx="3383280" cy="713232"/>
          </a:xfrm>
          <a:prstGeom prst="rect">
            <a:avLst/>
          </a:prstGeom>
          <a:solidFill>
            <a:srgbClr val="FFFFFF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111111"/>
                </a:solidFill>
                <a:latin typeface="Microsoft YaHei"/>
              </a:rPr>
              <a:t>避免跨范围误判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61488"/>
            <a:ext cx="1463040" cy="713232"/>
          </a:xfrm>
          <a:prstGeom prst="rect">
            <a:avLst/>
          </a:prstGeom>
          <a:solidFill>
            <a:srgbClr val="F2F4F7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111111"/>
                </a:solidFill>
                <a:latin typeface="Microsoft YaHei"/>
              </a:rPr>
              <a:t>质量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2761488"/>
            <a:ext cx="2834640" cy="713232"/>
          </a:xfrm>
          <a:prstGeom prst="rect">
            <a:avLst/>
          </a:prstGeom>
          <a:solidFill>
            <a:srgbClr val="F2F4F7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111111"/>
                </a:solidFill>
                <a:latin typeface="Microsoft YaHei"/>
              </a:rPr>
              <a:t>证据是否可解释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2761488"/>
            <a:ext cx="3246120" cy="713232"/>
          </a:xfrm>
          <a:prstGeom prst="rect">
            <a:avLst/>
          </a:prstGeom>
          <a:solidFill>
            <a:srgbClr val="F2F4F7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111111"/>
                </a:solidFill>
                <a:latin typeface="Microsoft YaHei"/>
              </a:rPr>
              <a:t>来源、口径、结果可追溯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2761488"/>
            <a:ext cx="3383280" cy="713232"/>
          </a:xfrm>
          <a:prstGeom prst="rect">
            <a:avLst/>
          </a:prstGeom>
          <a:solidFill>
            <a:srgbClr val="F2F4F7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111111"/>
                </a:solidFill>
                <a:latin typeface="Microsoft YaHei"/>
              </a:rPr>
              <a:t>支撑评审复核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74720"/>
            <a:ext cx="1463040" cy="713232"/>
          </a:xfrm>
          <a:prstGeom prst="rect">
            <a:avLst/>
          </a:prstGeom>
          <a:solidFill>
            <a:srgbClr val="FFFFFF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111111"/>
                </a:solidFill>
                <a:latin typeface="Microsoft YaHei"/>
              </a:rPr>
              <a:t>时效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474720"/>
            <a:ext cx="2834640" cy="713232"/>
          </a:xfrm>
          <a:prstGeom prst="rect">
            <a:avLst/>
          </a:prstGeom>
          <a:solidFill>
            <a:srgbClr val="FFFFFF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111111"/>
                </a:solidFill>
                <a:latin typeface="Microsoft YaHei"/>
              </a:rPr>
              <a:t>处理是否及时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3474720"/>
            <a:ext cx="3246120" cy="713232"/>
          </a:xfrm>
          <a:prstGeom prst="rect">
            <a:avLst/>
          </a:prstGeom>
          <a:solidFill>
            <a:srgbClr val="FFFFFF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111111"/>
                </a:solidFill>
                <a:latin typeface="Microsoft YaHei"/>
              </a:rPr>
              <a:t>关键状态按日更新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474720"/>
            <a:ext cx="3383280" cy="713232"/>
          </a:xfrm>
          <a:prstGeom prst="rect">
            <a:avLst/>
          </a:prstGeom>
          <a:solidFill>
            <a:srgbClr val="FFFFFF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111111"/>
                </a:solidFill>
                <a:latin typeface="Microsoft YaHei"/>
              </a:rPr>
              <a:t>便于持续跟踪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187952"/>
            <a:ext cx="1463040" cy="713232"/>
          </a:xfrm>
          <a:prstGeom prst="rect">
            <a:avLst/>
          </a:prstGeom>
          <a:solidFill>
            <a:srgbClr val="F2F4F7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111111"/>
                </a:solidFill>
                <a:latin typeface="Microsoft YaHei"/>
              </a:rPr>
              <a:t>风险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4187952"/>
            <a:ext cx="2834640" cy="713232"/>
          </a:xfrm>
          <a:prstGeom prst="rect">
            <a:avLst/>
          </a:prstGeom>
          <a:solidFill>
            <a:srgbClr val="F2F4F7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111111"/>
                </a:solidFill>
                <a:latin typeface="Microsoft YaHei"/>
              </a:rPr>
              <a:t>是否有异常兜底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4187952"/>
            <a:ext cx="3246120" cy="713232"/>
          </a:xfrm>
          <a:prstGeom prst="rect">
            <a:avLst/>
          </a:prstGeom>
          <a:solidFill>
            <a:srgbClr val="F2F4F7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111111"/>
                </a:solidFill>
                <a:latin typeface="Microsoft YaHei"/>
              </a:rPr>
              <a:t>异常场景有处理路径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4187952"/>
            <a:ext cx="3383280" cy="713232"/>
          </a:xfrm>
          <a:prstGeom prst="rect">
            <a:avLst/>
          </a:prstGeom>
          <a:solidFill>
            <a:srgbClr val="F2F4F7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111111"/>
                </a:solidFill>
                <a:latin typeface="Microsoft YaHei"/>
              </a:rPr>
              <a:t>降低交付风险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559552"/>
            <a:ext cx="10927080" cy="475488"/>
          </a:xfrm>
          <a:prstGeom prst="rect">
            <a:avLst/>
          </a:prstGeom>
          <a:solidFill>
            <a:srgbClr val="F2F4F7"/>
          </a:solidFill>
          <a:ln w="762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150" b="0">
                <a:solidFill>
                  <a:srgbClr val="111111"/>
                </a:solidFill>
                <a:latin typeface="Microsoft YaHei"/>
              </a:rPr>
              <a:t>输出：通过标准不清晰时，先补口径，不急于填结论。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91440"/>
            <a:ext cx="11521440" cy="658368"/>
          </a:xfrm>
        </p:spPr>
        <p:txBody>
          <a:bodyPr wrap="square" lIns="0" rIns="0" tIns="0" bIns="0" anchor="ctr"/>
          <a:lstStyle/>
          <a:p>
            <a:pPr algn="l"/>
            <a:r>
              <a:rPr sz="3000" b="1">
                <a:solidFill>
                  <a:srgbClr val="213261"/>
                </a:solidFill>
                <a:latin typeface="Microsoft YaHei"/>
              </a:rPr>
              <a:t>决策复盘示例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927080" cy="621792"/>
          </a:xfrm>
          <a:prstGeom prst="rect">
            <a:avLst/>
          </a:prstGeom>
          <a:solidFill>
            <a:srgbClr val="F2F4F7"/>
          </a:solidFill>
          <a:ln w="762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/>
            <a:r>
              <a:rPr sz="1400" b="1">
                <a:solidFill>
                  <a:srgbClr val="213261"/>
                </a:solidFill>
                <a:latin typeface="Microsoft YaHei"/>
              </a:rPr>
              <a:t>结论：方案可以进入试点，先补齐口径和责任边界。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75104"/>
            <a:ext cx="3337560" cy="1298448"/>
          </a:xfrm>
          <a:prstGeom prst="rect">
            <a:avLst/>
          </a:prstGeom>
          <a:solidFill>
            <a:srgbClr val="FAFAFA"/>
          </a:solidFill>
          <a:ln w="952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75104"/>
            <a:ext cx="3337560" cy="347472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523744"/>
            <a:ext cx="300837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11111"/>
                </a:solidFill>
                <a:latin typeface="Microsoft YaHei"/>
              </a:rPr>
              <a:t>同意按试点范围推进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975104"/>
            <a:ext cx="3337560" cy="1298448"/>
          </a:xfrm>
          <a:prstGeom prst="rect">
            <a:avLst/>
          </a:prstGeom>
          <a:solidFill>
            <a:srgbClr val="FAFAFA"/>
          </a:solidFill>
          <a:ln w="952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975104"/>
            <a:ext cx="3337560" cy="347472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责任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2523744"/>
            <a:ext cx="300837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11111"/>
                </a:solidFill>
                <a:latin typeface="Microsoft YaHei"/>
              </a:rPr>
              <a:t>明确负责人和协同团队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11312" y="1975104"/>
            <a:ext cx="3337560" cy="1298448"/>
          </a:xfrm>
          <a:prstGeom prst="rect">
            <a:avLst/>
          </a:prstGeom>
          <a:solidFill>
            <a:srgbClr val="FAFAFA"/>
          </a:solidFill>
          <a:ln w="952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11312" y="1975104"/>
            <a:ext cx="3337560" cy="347472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</a:rPr>
              <a:t>下一步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5904" y="2523744"/>
            <a:ext cx="300837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11111"/>
                </a:solidFill>
                <a:latin typeface="Microsoft YaHei"/>
              </a:rPr>
              <a:t>完成口径确认和材料补齐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75887"/>
            <a:ext cx="1645920" cy="310896"/>
          </a:xfrm>
          <a:prstGeom prst="rect">
            <a:avLst/>
          </a:prstGeom>
          <a:solidFill>
            <a:srgbClr val="0062AC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事项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3675887"/>
            <a:ext cx="1965960" cy="310896"/>
          </a:xfrm>
          <a:prstGeom prst="rect">
            <a:avLst/>
          </a:prstGeom>
          <a:solidFill>
            <a:srgbClr val="0062AC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负责人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675887"/>
            <a:ext cx="1874519" cy="310896"/>
          </a:xfrm>
          <a:prstGeom prst="rect">
            <a:avLst/>
          </a:prstGeom>
          <a:solidFill>
            <a:srgbClr val="0062AC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时间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675887"/>
            <a:ext cx="5440680" cy="310896"/>
          </a:xfrm>
          <a:prstGeom prst="rect">
            <a:avLst/>
          </a:prstGeom>
          <a:solidFill>
            <a:srgbClr val="0062AC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50" b="1">
                <a:solidFill>
                  <a:srgbClr val="FFFFFF"/>
                </a:solidFill>
                <a:latin typeface="Microsoft YaHei"/>
              </a:rPr>
              <a:t>输出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86783"/>
            <a:ext cx="1645920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80" b="0">
                <a:solidFill>
                  <a:srgbClr val="111111"/>
                </a:solidFill>
                <a:latin typeface="Microsoft YaHei"/>
              </a:rPr>
              <a:t>口径确认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986783"/>
            <a:ext cx="1965960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80" b="0">
                <a:solidFill>
                  <a:srgbClr val="111111"/>
                </a:solidFill>
                <a:latin typeface="Microsoft YaHei"/>
              </a:rPr>
              <a:t>业务团队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3986783"/>
            <a:ext cx="1874519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80" b="0">
                <a:solidFill>
                  <a:srgbClr val="111111"/>
                </a:solidFill>
                <a:latin typeface="Microsoft YaHei"/>
              </a:rPr>
              <a:t>本周内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986783"/>
            <a:ext cx="5440680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80" b="0">
                <a:solidFill>
                  <a:srgbClr val="111111"/>
                </a:solidFill>
                <a:latin typeface="Microsoft YaHei"/>
              </a:rPr>
              <a:t>统一判断标准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325112"/>
            <a:ext cx="1645920" cy="338328"/>
          </a:xfrm>
          <a:prstGeom prst="rect">
            <a:avLst/>
          </a:prstGeom>
          <a:solidFill>
            <a:srgbClr val="F2F4F7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80" b="0">
                <a:solidFill>
                  <a:srgbClr val="111111"/>
                </a:solidFill>
                <a:latin typeface="Microsoft YaHei"/>
              </a:rPr>
              <a:t>试点验证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4325112"/>
            <a:ext cx="1965960" cy="338328"/>
          </a:xfrm>
          <a:prstGeom prst="rect">
            <a:avLst/>
          </a:prstGeom>
          <a:solidFill>
            <a:srgbClr val="F2F4F7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80" b="0">
                <a:solidFill>
                  <a:srgbClr val="111111"/>
                </a:solidFill>
                <a:latin typeface="Microsoft YaHei"/>
              </a:rPr>
              <a:t>项目团队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4325112"/>
            <a:ext cx="1874519" cy="338328"/>
          </a:xfrm>
          <a:prstGeom prst="rect">
            <a:avLst/>
          </a:prstGeom>
          <a:solidFill>
            <a:srgbClr val="F2F4F7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80" b="0">
                <a:solidFill>
                  <a:srgbClr val="111111"/>
                </a:solidFill>
                <a:latin typeface="Microsoft YaHei"/>
              </a:rPr>
              <a:t>下阶段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4325112"/>
            <a:ext cx="5440680" cy="338328"/>
          </a:xfrm>
          <a:prstGeom prst="rect">
            <a:avLst/>
          </a:prstGeom>
          <a:solidFill>
            <a:srgbClr val="F2F4F7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80" b="0">
                <a:solidFill>
                  <a:srgbClr val="111111"/>
                </a:solidFill>
                <a:latin typeface="Microsoft YaHei"/>
              </a:rPr>
              <a:t>形成验证结果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663440"/>
            <a:ext cx="1645920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80" b="0">
                <a:solidFill>
                  <a:srgbClr val="111111"/>
                </a:solidFill>
                <a:latin typeface="Microsoft YaHei"/>
              </a:rPr>
              <a:t>复盘汇报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4663440"/>
            <a:ext cx="1965960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80" b="0">
                <a:solidFill>
                  <a:srgbClr val="111111"/>
                </a:solidFill>
                <a:latin typeface="Microsoft YaHei"/>
              </a:rPr>
              <a:t>牵头团队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4663440"/>
            <a:ext cx="1874519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80" b="0">
                <a:solidFill>
                  <a:srgbClr val="111111"/>
                </a:solidFill>
                <a:latin typeface="Microsoft YaHei"/>
              </a:rPr>
              <a:t>评审后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4663440"/>
            <a:ext cx="5440680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80" b="0">
                <a:solidFill>
                  <a:srgbClr val="111111"/>
                </a:solidFill>
                <a:latin typeface="Microsoft YaHei"/>
              </a:rPr>
              <a:t>同步风险和结论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76672"/>
            <a:ext cx="10927080" cy="530352"/>
          </a:xfrm>
          <a:prstGeom prst="rect">
            <a:avLst/>
          </a:prstGeom>
          <a:solidFill>
            <a:srgbClr val="F2F4F7"/>
          </a:solidFill>
          <a:ln w="762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/>
            <a:r>
              <a:rPr sz="1150" b="0">
                <a:solidFill>
                  <a:srgbClr val="111111"/>
                </a:solidFill>
                <a:latin typeface="Microsoft YaHei"/>
              </a:rPr>
              <a:t>跟进：重要结论进入项目清单，避免只停留在会议纪要。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JjY2QyYWI3ZDU4MTE5ZTVkYmU2NzZhYWIzNDg1ODAifQ=="/>
</p:tagLst>
</file>

<file path=ppt/theme/theme1.xml><?xml version="1.0" encoding="utf-8"?>
<a:theme xmlns:a="http://schemas.openxmlformats.org/drawingml/2006/main" xmlns:ns1="http://schemas.microsoft.com/office/thememl/2012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Microsoft YaHei"/>
        <a:ea typeface="微软雅黑"/>
        <a:cs typeface="Microsoft YaHei"/>
      </a:majorFont>
      <a:minorFont>
        <a:latin typeface="Microsoft YaHei"/>
        <a:ea typeface="微软雅黑"/>
        <a:cs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ns1:themeFamily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xmlns:ns1="http://schemas.microsoft.com/office/thememl/2012/main" name="6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Microsoft YaHei"/>
        <a:ea typeface="微软雅黑"/>
        <a:cs typeface="Microsoft YaHei"/>
      </a:majorFont>
      <a:minorFont>
        <a:latin typeface="Microsoft YaHei"/>
        <a:ea typeface="微软雅黑"/>
        <a:cs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ns1:themeFamily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xmlns:ns1="http://schemas.microsoft.com/office/thememl/2012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Microsoft YaHei"/>
        <a:ea typeface="微软雅黑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Microsoft YaHei"/>
        <a:ea typeface="微软雅黑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7</Slides>
  <Notes>0</Notes>
  <HiddenSlides>0</HiddenSlides>
  <MMClips>0</MMClips>
  <ScaleCrop>false</ScaleCrop>
  <Company>Inspur</Company>
  <LinksUpToDate>false</LinksUpToDate>
  <SharedDoc>false</SharedDoc>
  <HyperlinksChanged>false</HyperlinksChanged>
  <AppVersion>16.0000</AppVersion>
  <HeadingPairs>
    <vt:vector size="2" baseType="variant">
      <vt:variant>
        <vt:lpstr>幻灯片标题</vt:lpstr>
      </vt:variant>
      <vt:variant>
        <vt:i4>7</vt:i4>
      </vt:variant>
    </vt:vector>
  </HeadingPairs>
  <TitlesOfParts>
    <vt:vector size="7" baseType="lpstr">
      <vt:lpstr>Cover</vt:lpstr>
      <vt:lpstr>Section Divider</vt:lpstr>
      <vt:lpstr>Text Page</vt:lpstr>
      <vt:lpstr>Comparison Table</vt:lpstr>
      <vt:lpstr>Screenshot Steps</vt:lpstr>
      <vt:lpstr>Choice Page</vt:lpstr>
      <vt:lpstr>Problem Solution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张卫国</dc:creator>
  <cp:lastModifiedBy>Shen Mamba (申凯)-山东区</cp:lastModifiedBy>
  <cp:revision>3010</cp:revision>
  <dcterms:created xsi:type="dcterms:W3CDTF">2005-10-07T03:09:00Z</dcterms:created>
  <dcterms:modified xsi:type="dcterms:W3CDTF">2026-04-29T02:48:02Z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9B353613D99F44938252A41606CB88A7_13</vt:lpwstr>
  </property>
  <property fmtid="{D5CDD505-2E9C-101B-9397-08002B2CF9AE}" pid="3" name="KSOProductBuildVer">
    <vt:lpwstr>2052-12.1.0.25865</vt:lpwstr>
  </property>
</Properties>
</file>