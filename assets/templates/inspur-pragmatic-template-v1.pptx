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firstSlideNum="0">
  <p:sldMasterIdLst>
    <p:sldMasterId id="2147483648" r:id="rId1"/>
    <p:sldMasterId id="2147483661" r:id="rId2"/>
  </p:sldMasterIdLst>
  <p:handoutMasterIdLst>
    <p:handoutMasterId r:id="rId58"/>
  </p:handoutMasterIdLst>
  <p:sldIdLst>
    <p:sldId id="595" r:id="rId3"/>
    <p:sldId id="759" r:id="rId4"/>
    <p:sldId id="760" r:id="rId5"/>
    <p:sldId id="838" r:id="rId6"/>
    <p:sldId id="834" r:id="rId9"/>
    <p:sldId id="782" r:id="rId16"/>
    <p:sldId id="809" r:id="rId43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ns3:sldGuideLst>
        <ns3:guide id="1" orient="horz" pos="3264" userDrawn="1">
          <ns3:clr>
            <a:srgbClr val="A4A3A4"/>
          </ns3:clr>
        </ns3:guide>
        <ns3:guide id="2" orient="horz" pos="929" userDrawn="1">
          <ns3:clr>
            <a:srgbClr val="A4A3A4"/>
          </ns3:clr>
        </ns3:guide>
        <ns3:guide id="3" orient="horz" pos="2889" userDrawn="1">
          <ns3:clr>
            <a:srgbClr val="A4A3A4"/>
          </ns3:clr>
        </ns3:guide>
        <ns3:guide id="4" pos="1884" userDrawn="1">
          <ns3:clr>
            <a:srgbClr val="A4A3A4"/>
          </ns3:clr>
        </ns3:guide>
        <ns3:guide id="5" pos="2463" userDrawn="1">
          <ns3:clr>
            <a:srgbClr val="A4A3A4"/>
          </ns3:clr>
        </ns3:guide>
        <ns3:guide id="6" pos="3477" userDrawn="1">
          <ns3:clr>
            <a:srgbClr val="A4A3A4"/>
          </ns3:clr>
        </ns3:guide>
      </ns3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9" Type="http://schemas.openxmlformats.org/officeDocument/2006/relationships/slide" Target="slides/slide5.xml"/><Relationship Id="rId16" Type="http://schemas.openxmlformats.org/officeDocument/2006/relationships/slide" Target="slides/slide6.xml"/><Relationship Id="rId43" Type="http://schemas.openxmlformats.org/officeDocument/2006/relationships/slide" Target="slides/slide7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2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3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4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5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6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9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0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1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2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3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AutoShape 10"/>
          <ns0:cNvSpPr>
            <a:spLocks noChangeArrowheads="1"/>
          </ns0:cNvSpPr>
          <ns0:nvPr userDrawn="1"/>
        </ns0:nvSpPr>
        <ns0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7" name="Rectangle 11"/>
          <ns0:cNvSpPr>
            <a:spLocks noChangeArrowheads="1"/>
          </ns0:cNvSpPr>
          <ns0:nvPr userDrawn="1"/>
        </ns0:nvSpPr>
        <ns0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4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5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6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7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8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1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2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3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4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3:id="rId1"/>
    <ns0:sldLayoutId id="2147483650" ns3:id="rId2"/>
    <ns0:sldLayoutId id="2147483651" ns3:id="rId3"/>
    <ns0:sldLayoutId id="2147483652" ns3:id="rId4"/>
    <ns0:sldLayoutId id="2147483653" ns3:id="rId5"/>
    <ns0:sldLayoutId id="2147483654" ns3:id="rId6"/>
    <ns0:sldLayoutId id="2147483655" ns3:id="rId7"/>
    <ns0:sldLayoutId id="2147483656" ns3:id="rId8"/>
    <ns0:sldLayoutId id="2147483657" ns3:id="rId9"/>
    <ns0:sldLayoutId id="2147483658" ns3:id="rId10"/>
    <ns0:sldLayoutId id="2147483659" ns3:id="rId11"/>
    <ns0:sldLayoutId id="2147483660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Masters/slideMaster2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62" ns3:id="rId1"/>
    <ns0:sldLayoutId id="2147483663" ns3:id="rId2"/>
    <ns0:sldLayoutId id="2147483664" ns3:id="rId3"/>
    <ns0:sldLayoutId id="2147483665" ns3:id="rId4"/>
    <ns0:sldLayoutId id="2147483666" ns3:id="rId5"/>
    <ns0:sldLayoutId id="2147483667" ns3:id="rId6"/>
    <ns0:sldLayoutId id="2147483668" ns3:id="rId7"/>
    <ns0:sldLayoutId id="2147483669" ns3:id="rId8"/>
    <ns0:sldLayoutId id="2147483670" ns3:id="rId9"/>
    <ns0:sldLayoutId id="2147483671" ns3:id="rId10"/>
    <ns0:sldLayoutId id="2147483672" ns3:id="rId11"/>
    <ns0:sldLayoutId id="2147483673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jpe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slide1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5122" name="Rectangle 3"/>
          <ns0:cNvSpPr>
            <a:spLocks noGrp="1"/>
          </ns0:cNvSpPr>
          <ns0:nvPr>
            <ns0:ph type="subTitle" idx="4294967295"/>
          </ns0:nvPr>
        </ns0:nvSpPr>
        <ns0:spPr>
          <a:xfrm>
            <a:off x="3071664" y="2204864"/>
            <a:ext cx="7560840" cy="1872208"/>
          </a:xfrm>
        </ns0:spPr>
        <ns0:txBody>
          <a:bodyPr vert="horz" wrap="square" lIns="90000" tIns="45720" rIns="91440" bIns="45720" anchor="t" anchorCtr="0"/>
          <a:lstStyle>
            <a:lvl1pPr marL="0" lvl="0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1pPr>
            <a:lvl2pPr marL="457200" lvl="1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>
                <a:latin typeface="Microsoft YaHei"/>
                <a:ea typeface="微软雅黑"/>
                <a:cs typeface="Microsoft YaHei"/>
              </a:defRPr>
            </a:lvl2pPr>
            <a:lvl3pPr marL="914400" lvl="2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3pPr>
            <a:lvl4pPr marL="1371600" lvl="3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>
                <a:latin typeface="Microsoft YaHei"/>
                <a:ea typeface="微软雅黑"/>
                <a:cs typeface="Microsoft YaHei"/>
              </a:defRPr>
            </a:lvl4pPr>
            <a:lvl5pPr marL="1828800" lvl="4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 algn="l" eaLnBrk="1" hangingPunct="1"/>
            <a:r>
              <a:rPr sz="3800" b="1">
                <a:solidFill>
                  <a:srgbClr val="0062AC"/>
                </a:solidFill>
                <a:latin typeface="微软雅黑"/>
                <a:ea typeface="微软雅黑"/>
                <a:cs typeface="Microsoft YaHei"/>
              </a:rPr>
              <a:t>项目名称 / 汇报主题</a:t>
            </a:r>
            <a:endParaRPr lang="zh-CN" altLang="en-US" sz="4200" b="1" dirty="0">
              <a:solidFill>
                <a:srgbClr val="0070C0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  <ns0:timing>
    <ns0:tnLst>
      <ns0:par>
        <ns0:cTn id="1" dur="indefinite" restart="never" nodeType="tmRoot"/>
      </ns0:par>
    </ns0:tnLst>
  </ns0:timing>
</ns0:sld>
</file>

<file path=ppt/slides/slide2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grpSp>
        <ns0:nvGrpSpPr>
          <ns0:cNvPr id="4" name="组合 3"/>
          <ns0:cNvGrpSpPr/>
          <ns0:nvPr/>
        </ns0:nvGrpSpPr>
        <ns0:grpSpPr>
          <a:xfrm>
            <a:off x="1524000" y="2852936"/>
            <a:ext cx="9144000" cy="1814777"/>
            <a:chOff x="170694" y="177982"/>
            <a:chExt cx="3936004" cy="781165"/>
          </a:xfrm>
          <a:solidFill>
            <a:srgbClr val="0062AC"/>
          </a:solidFill>
        </ns0:grpSpPr>
        <ns0:sp>
          <ns0:nvSpPr>
            <ns0:cNvPr id="5" name="等腰三角形 4"/>
            <ns0:cNvSpPr/>
            <ns0:nvPr/>
          </ns0:nvSpPr>
          <ns0:spPr>
            <a:xfrm>
              <a:off x="1233863" y="177982"/>
              <a:ext cx="355284" cy="356514"/>
            </a:xfrm>
            <a:prstGeom prst="triangle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6" name="等腰三角形 5"/>
            <ns0:cNvSpPr/>
            <ns0:nvPr/>
          </ns0:nvSpPr>
          <ns0:spPr>
            <a:xfrm flipV="1">
              <a:off x="200258" y="602633"/>
              <a:ext cx="355284" cy="356514"/>
            </a:xfrm>
            <a:prstGeom prst="triangle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7" name="矩形 6"/>
            <ns0:cNvSpPr/>
            <ns0:nvPr/>
          </ns0:nvSpPr>
          <ns0:spPr>
            <a:xfrm>
              <a:off x="170694" y="261768"/>
              <a:ext cx="3936004" cy="611981"/>
            </a:xfrm>
            <a:prstGeom prst="rect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 dirty="0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8" name="平行四边形 7"/>
            <ns0:cNvSpPr/>
            <ns0:nvPr/>
          </ns0:nvSpPr>
          <ns0:spPr>
            <a:xfrm>
              <a:off x="376965" y="178257"/>
              <a:ext cx="1036076" cy="779005"/>
            </a:xfrm>
            <a:prstGeom prst="parallelogram">
              <a:avLst>
                <a:gd name="adj" fmla="val 48207"/>
              </a:avLst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9" name="文本框 6"/>
            <ns0:cNvSpPr txBox="1"/>
            <ns0:nvPr/>
          </ns0:nvSpPr>
          <ns0:spPr>
            <a:xfrm>
              <a:off x="883183" y="415482"/>
              <a:ext cx="650908" cy="294380"/>
            </a:xfrm>
            <a:prstGeom prst="rect">
              <a:avLst/>
            </a:prstGeom>
            <a:grpFill/>
          </ns0:spPr>
          <ns0:txBody>
            <a:bodyPr wrap="square" lIns="68580" tIns="34290" rIns="68580" bIns="34290" rtlCol="0">
              <a:spAutoFit/>
            </a:bodyPr>
            <a:lstStyle/>
            <a:p>
              <a:r>
                <a:rPr lang="en-US" altLang="zh-CN" sz="4000" dirty="0">
                  <a:solidFill>
                    <a:schemeClr val="bg1">
                      <a:lumMod val="95000"/>
                    </a:schemeClr>
                  </a:solidFill>
                  <a:latin typeface="Microsoft YaHei"/>
                  <a:ea typeface="微软雅黑"/>
                  <a:cs typeface="Microsoft YaHei"/>
                </a:rPr>
                <a:t>1</a:t>
              </a:r>
              <a:endParaRPr lang="zh-CN" altLang="en-US" sz="4000" dirty="0">
                <a:solidFill>
                  <a:schemeClr val="bg1">
                    <a:lumMod val="95000"/>
                  </a:schemeClr>
                </a:solidFill>
                <a:latin typeface="Microsoft YaHei"/>
                <a:ea typeface="微软雅黑"/>
                <a:cs typeface="Microsoft YaHei"/>
              </a:endParaRPr>
            </a:p>
          </ns0:txBody>
        </ns0:sp>
      </ns0:grpSp>
      <ns0:sp>
        <ns0:nvSpPr>
          <ns0:cNvPr id="10" name="TextBox 48"/>
          <ns0:cNvSpPr txBox="1"/>
          <ns0:nvPr/>
        </ns0:nvSpPr>
        <ns0:spPr>
          <a:xfrm>
            <a:off x="3993921" y="3356426"/>
            <a:ext cx="5270431" cy="683895"/>
          </a:xfrm>
          <a:prstGeom prst="rect">
            <a:avLst/>
          </a:prstGeom>
          <a:noFill/>
        </ns0:spPr>
        <ns0:txBody>
          <a:bodyPr wrap="square" lIns="68584" tIns="34291" rIns="68584" bIns="34291" rtlCol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Microsoft YaHei"/>
              </a:rPr>
              <a:t>章节标题</a:t>
            </a:r>
          </a:p>
        </ns0:txBody>
      </ns0:sp>
    </ns0:spTree>
  </ns0:cSld>
  <ns0:clrMapOvr>
    <a:masterClrMapping/>
  </ns0:clrMapOvr>
  <ns0:timing>
    <ns0:tnLst>
      <ns0:par>
        <ns0:cTn id="1" dur="indefinite" restart="never" nodeType="tmRoot"/>
      </ns0:par>
    </ns0:tnLst>
  </ns0:timing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2800" b="1">
                <a:solidFill>
                  <a:srgbClr val="202020"/>
                </a:solidFill>
                <a:latin typeface="微软雅黑"/>
                <a:ea typeface="微软雅黑"/>
                <a:cs typeface="Microsoft YaHei"/>
              </a:rPr>
              <a:t>正文页标题</a:t>
            </a:r>
          </a:p>
        </ns0:txBody>
      </ns0:sp>
      <ns0:sp>
        <ns0:nvSpPr>
          <ns0:cNvPr id="7" name="矩形 6"/>
          <ns0:cNvSpPr/>
          <ns0:nvPr/>
        </ns0:nvSpPr>
        <ns0:spPr>
          <a:xfrm>
            <a:off x="703714" y="1844968"/>
            <a:ext cx="10217963" cy="3744272"/>
          </a:xfrm>
          <a:prstGeom prst="rect">
            <a:avLst/>
          </a:prstGeom>
        </ns0:spPr>
        <ns0:txBody>
          <a:bodyPr wrap="square">
            <a:noAutofit/>
          </a:bodyPr>
          <a:lstStyle/>
          <a:p>
            <a:pPr marL="342900" lvl="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ns2:embed="rId3"/>
              </a:buBlip>
            </a:pPr>
            <a:r>
              <a:rPr sz="13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概述：用一到两句话说明本页背景和结论。</a:t>
            </a:r>
            <a:endParaRPr lang="en-US" altLang="zh-CN" kern="0" dirty="0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框 3"/>
          <ns0:cNvSpPr txBox="1"/>
          <ns0:nvPr/>
        </ns0:nvSpPr>
        <ns0:spPr>
          <a:xfrm>
            <a:off x="338267" y="1052736"/>
            <a:ext cx="10578890" cy="792088"/>
          </a:xfrm>
          <a:prstGeom prst="rect">
            <a:avLst/>
          </a:prstGeom>
          <a:noFill/>
        </ns0:spPr>
        <ns0:txBody>
          <a:bodyPr wrap="square" rtlCol="0">
            <a:no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ns2:embed="rId3"/>
              </a:buBlip>
            </a:pPr>
            <a:r>
              <a:rPr sz="13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概述：用一到两句话说明本页背景和结论。</a:t>
            </a:r>
            <a:endParaRPr lang="en-US" altLang="zh-CN" dirty="0">
              <a:latin typeface="Microsoft YaHei"/>
              <a:ea typeface="微软雅黑"/>
              <a:cs typeface="Microsoft YaHei"/>
              <a:sym typeface="+mn-ea"/>
            </a:endParaRPr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2800" b="1">
                <a:solidFill>
                  <a:srgbClr val="202020"/>
                </a:solidFill>
                <a:latin typeface="微软雅黑"/>
                <a:ea typeface="微软雅黑"/>
                <a:cs typeface="Microsoft YaHei"/>
              </a:rPr>
              <a:t>对比表页标题</a:t>
            </a:r>
            <a:endParaRPr lang="zh-CN" altLang="en-US" dirty="0">
              <a:latin typeface="Microsoft YaHei"/>
              <a:ea typeface="微软雅黑"/>
              <a:cs typeface="Microsoft YaHei"/>
            </a:endParaRPr>
          </a:p>
        </ns0:txBody>
      </ns0:sp>
      <ns0:graphicFrame>
        <ns0:nvGraphicFramePr>
          <ns0:cNvPr id="4" name="表格 3"/>
          <ns0:cNvGraphicFramePr>
            <a:graphicFrameLocks noGrp="1"/>
          </ns0:cNvGraphicFramePr>
          <ns0:nvPr>
            <ns0:extLst>
              <ns0:ext uri="{D42A27DB-BD31-4B8C-83A1-F6EECF244321}">
                <ns2:modId val="2094945487"/>
              </ns0:ext>
            </ns0:extLst>
          </ns0:nvPr>
        </ns0:nvGraphicFramePr>
        <ns0:xfrm>
          <a:off x="767408" y="908720"/>
          <a:ext cx="8700000" cy="4700000"/>
        </ns0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126618">
                  <a:extLst>
                    <a:ext uri="{9D8B030D-6E8A-4147-A177-3AD203B41FA5}">
                      <ns3:colId val="20000"/>
                    </a:ext>
                  </a:extLst>
                </a:gridCol>
                <a:gridCol w="1689928">
                  <a:extLst>
                    <a:ext uri="{9D8B030D-6E8A-4147-A177-3AD203B41FA5}">
                      <ns3:colId val="20001"/>
                    </a:ext>
                  </a:extLst>
                </a:gridCol>
                <a:gridCol w="3066906">
                  <a:extLst>
                    <a:ext uri="{9D8B030D-6E8A-4147-A177-3AD203B41FA5}">
                      <ns3:colId val="20002"/>
                    </a:ext>
                  </a:extLst>
                </a:gridCol>
                <a:gridCol w="2816548">
                  <a:extLst>
                    <a:ext uri="{9D8B030D-6E8A-4147-A177-3AD203B41FA5}">
                      <ns3:colId val="20003"/>
                    </a:ext>
                  </a:extLst>
                </a:gridCol>
              </a:tblGrid>
              <a:tr h="335908">
                <a:tc gridSpan="2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类别</a:t>
                      </a:r>
                    </a:p>
                  </a:txBody>
                  <a:tcPr marL="8691" marR="8691" marT="8691" marB="0" anchor="ctr"/>
                </a:tc>
                <a:tc h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项目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方案 A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方案 B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0"/>
                  </a:ext>
                </a:extLst>
              </a:tr>
              <a:tr h="163763">
                <a:tc rowSpan="3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3"/>
                  </a:ext>
                </a:extLst>
              </a:tr>
              <a:tr h="220794">
                <a:tc rowSpan="7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5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6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7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8"/>
                  </a:ext>
                </a:extLst>
              </a:tr>
              <a:tr h="212356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9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0"/>
                  </a:ext>
                </a:extLst>
              </a:tr>
              <a:tr h="163763">
                <a:tc rowSpan="5"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3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5"/>
                  </a:ext>
                </a:extLst>
              </a:tr>
              <a:tr h="163763">
                <a:tc rowSpan="4"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6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7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8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9"/>
                  </a:ext>
                </a:extLst>
              </a:tr>
              <a:tr h="163763">
                <a:tc rowSpan="5"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0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3"/>
                  </a:ext>
                </a:extLst>
              </a:tr>
              <a:tr h="491919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4"/>
                  </a:ext>
                </a:extLst>
              </a:tr>
            </a:tbl>
          </a:graphicData>
        </a:graphic>
      </ns0:graphicFrame>
    </ns0:spTree>
  </ns0:cSld>
  <ns0:clrMapOvr>
    <a:masterClrMapping/>
  </ns0:clrMapOvr>
</ns0:sld>
</file>

<file path=ppt/slides/slide5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2800" b="1">
                <a:solidFill>
                  <a:srgbClr val="202020"/>
                </a:solidFill>
                <a:latin typeface="微软雅黑"/>
                <a:ea typeface="微软雅黑"/>
                <a:cs typeface="Microsoft YaHei"/>
              </a:rPr>
              <a:t>步骤说明页标题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263353" y="980728"/>
            <a:ext cx="11377263" cy="1368152"/>
          </a:xfrm>
        </ns0:spPr>
        <ns0:txBody>
          <a:bodyPr/>
          <a:lstStyle/>
          <a:p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操作说明：用短句说明入口、动作和结果。</a:t>
            </a:r>
            <a:endParaRPr lang="en-US" altLang="zh-CN" sz="1800" dirty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Rectangle 3"/>
          <ns0:cNvSpPr/>
          <ns0:nvPr/>
        </ns0:nvSpPr>
        <ns0:spPr>
          <a:xfrm>
            <a:off x="911423" y="2636913"/>
            <a:ext cx="4672330" cy="1613762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  <ns0:sp>
        <ns0:nvSpPr>
          <ns0:cNvPr id="5" name="Rectangle 4"/>
          <ns0:cNvSpPr/>
          <ns0:nvPr/>
        </ns0:nvSpPr>
        <ns0:spPr>
          <a:xfrm>
            <a:off x="6312024" y="2636913"/>
            <a:ext cx="4832729" cy="1613761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</ns0:spTree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6146" name="Rectangle 2"/>
          <ns0:cNvSpPr>
            <a:spLocks noGrp="1" noChangeArrowheads="1"/>
          </ns0:cNvSpPr>
          <ns0:nvPr>
            <ns0:ph type="title"/>
          </ns0:nvPr>
        </ns0:nvSpPr>
        <ns0:spPr>
          <a:xfrm>
            <a:off x="339090" y="0"/>
            <a:ext cx="10076815" cy="836930"/>
          </a:xfrm>
        </ns0:spPr>
        <ns0:txBody>
          <a:bodyPr/>
          <a:lstStyle/>
          <a:p>
            <a:r>
              <a:rPr sz="2800" b="1">
                <a:solidFill>
                  <a:srgbClr val="202020"/>
                </a:solidFill>
                <a:latin typeface="微软雅黑"/>
                <a:ea typeface="微软雅黑"/>
                <a:cs typeface="Microsoft YaHei"/>
              </a:rPr>
              <a:t>说明页标题</a:t>
            </a:r>
            <a:endParaRPr lang="zh-CN" altLang="en-US" dirty="0">
              <a:solidFill>
                <a:schemeClr val="tx1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2" name="矩形 1"/>
          <ns0:cNvSpPr/>
          <ns0:nvPr/>
        </ns0:nvSpPr>
        <ns0:spPr>
          <a:xfrm>
            <a:off x="1127760" y="1700530"/>
            <a:ext cx="9432925" cy="4084320"/>
          </a:xfrm>
          <a:prstGeom prst="rect">
            <a:avLst/>
          </a:prstGeom>
        </ns0:spPr>
        <ns0:txBody>
          <a:bodyPr wrap="square">
            <a:noAutofit/>
          </a:bodyPr>
          <a:lstStyle/>
          <a:p>
            <a:pPr algn="just">
              <a:lnSpc>
                <a:spcPts val="4000"/>
              </a:lnSpc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说明：
（1）第一种情况或推荐方案。
（2）第二种情况或备选方案。
最后用一句话说明后续页面安排。</a:t>
            </a:r>
          </a:p>
        </ns0:txBody>
      </ns0:sp>
    </ns0:spTree>
    <ns0:custDataLst>
      <ns0:tags ns2:id="rId1"/>
    </ns0:custDataLst>
  </ns0:cSld>
  <ns0:clrMapOvr>
    <a:masterClrMapping/>
  </ns0:clrMapOvr>
</ns0:sld>
</file>

<file path=ppt/slides/slide7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2800" b="1">
                <a:solidFill>
                  <a:srgbClr val="202020"/>
                </a:solidFill>
                <a:latin typeface="微软雅黑"/>
                <a:ea typeface="微软雅黑"/>
                <a:cs typeface="Microsoft YaHei"/>
              </a:rPr>
              <a:t>问题说明页标题</a:t>
            </a:r>
          </a:p>
        </ns0:txBody>
      </ns0:sp>
      <ns0:sp>
        <ns0:nvSpPr>
          <ns0:cNvPr id="10" name="矩形 9"/>
          <ns0:cNvSpPr/>
          <ns0:nvPr/>
        </ns0:nvSpPr>
        <ns0:spPr>
          <a:xfrm>
            <a:off x="335280" y="949960"/>
            <a:ext cx="11761470" cy="810260"/>
          </a:xfrm>
          <a:prstGeom prst="rect">
            <a:avLst/>
          </a:prstGeom>
        </ns0:spPr>
        <ns0:txBody>
          <a:bodyPr wrap="square">
            <a:sp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Blip>
                <a:blip ns2:embed="rId3"/>
              </a:buBlip>
            </a:pPr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问题：一句话描述现象。
原因：说明判断依据。
解决：给出明确处理步骤。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3" name="右箭头 2"/>
          <ns0:cNvSpPr/>
          <ns0:nvPr/>
        </ns0:nvSpPr>
        <ns0:spPr>
          <a:xfrm>
            <a:off x="4900000" y="3493847"/>
            <a:ext cx="686435" cy="401955"/>
          </a:xfrm>
          <a:prstGeom prst="right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ns0:spPr>
        <ns0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1" name="Rectangle 10"/>
          <ns0:cNvSpPr/>
          <ns0:nvPr/>
        </ns0:nvSpPr>
        <ns0:spPr>
          <a:xfrm>
            <a:off x="983433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  <ns0:sp>
        <ns0:nvSpPr>
          <ns0:cNvPr id="12" name="Rectangle 11"/>
          <ns0:cNvSpPr/>
          <ns0:nvPr/>
        </ns0:nvSpPr>
        <ns0:spPr>
          <a:xfrm>
            <a:off x="5900000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</ns0:spTree>
  </ns0:cSld>
  <ns0:clrMapOvr>
    <a:masterClrMapping/>
  </ns0:clrMapOvr>
</ns0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TEM_CNT" val="6"/>
</p:tagLst>
</file>

<file path=ppt/theme/theme1.xml><?xml version="1.0" encoding="utf-8"?>
<a:theme xmlns:a="http://schemas.openxmlformats.org/drawingml/2006/main" xmlns:ns1="http://schemas.microsoft.com/office/thememl/2012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xmlns:ns1="http://schemas.microsoft.com/office/thememl/2012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xmlns:ns1="http://schemas.microsoft.com/office/thememl/2012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