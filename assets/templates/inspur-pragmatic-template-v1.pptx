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thumbnail" Target="docProps/thumbnail.jpeg" /><Relationship Id="rId3" Type="http://schemas.openxmlformats.org/package/2006/relationships/metadata/core-properties" Target="docProps/core.xml" /><Relationship Id="rId4" Type="http://schemas.openxmlformats.org/officeDocument/2006/relationships/extended-properties" Target="docProps/app.xml" /><Relationship Id="rId5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firstSlideNum="0">
  <p:sldMasterIdLst>
    <p:sldMasterId id="2147483648" r:id="rId1"/>
    <p:sldMasterId id="2147483661" r:id="rId2"/>
  </p:sldMasterIdLst>
  <p:handoutMasterIdLst>
    <p:handoutMasterId r:id="rId58"/>
  </p:handoutMasterIdLst>
  <p:sldIdLst>
    <p:sldId id="595" r:id="rId3"/>
    <p:sldId id="759" r:id="rId4"/>
    <p:sldId id="760" r:id="rId5"/>
    <p:sldId id="838" r:id="rId6"/>
    <p:sldId id="834" r:id="rId9"/>
    <p:sldId id="782" r:id="rId16"/>
    <p:sldId id="809" r:id="rId43"/>
  </p:sldIdLst>
  <p:sldSz cx="12192000" cy="6858000"/>
  <p:notesSz cx="6858000" cy="9144000"/>
  <p:custDataLst>
    <p:tags r:id="rId59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9pPr>
  </p:defaultTextStyle>
  <p:extLst>
    <p:ext uri="{EFAFB233-063F-42B5-8137-9DF3F51BA10A}">
      <ns3:sldGuideLst>
        <ns3:guide id="1" orient="horz" pos="3264" userDrawn="1">
          <ns3:clr>
            <a:srgbClr val="A4A3A4"/>
          </ns3:clr>
        </ns3:guide>
        <ns3:guide id="2" orient="horz" pos="929" userDrawn="1">
          <ns3:clr>
            <a:srgbClr val="A4A3A4"/>
          </ns3:clr>
        </ns3:guide>
        <ns3:guide id="3" orient="horz" pos="2889" userDrawn="1">
          <ns3:clr>
            <a:srgbClr val="A4A3A4"/>
          </ns3:clr>
        </ns3:guide>
        <ns3:guide id="4" pos="1884" userDrawn="1">
          <ns3:clr>
            <a:srgbClr val="A4A3A4"/>
          </ns3:clr>
        </ns3:guide>
        <ns3:guide id="5" pos="2463" userDrawn="1">
          <ns3:clr>
            <a:srgbClr val="A4A3A4"/>
          </ns3:clr>
        </ns3:guide>
        <ns3:guide id="6" pos="3477" userDrawn="1">
          <ns3:clr>
            <a:srgbClr val="A4A3A4"/>
          </ns3:clr>
        </ns3:guide>
      </ns3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3399"/>
    <a:srgbClr val="213261"/>
    <a:srgbClr val="FF9999"/>
    <a:srgbClr val="FF7C80"/>
    <a:srgbClr val="0062AC"/>
    <a:srgbClr val="00518E"/>
    <a:srgbClr val="0033CC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69" autoAdjust="0"/>
    <p:restoredTop sz="88296" autoAdjust="0"/>
  </p:normalViewPr>
  <p:slideViewPr>
    <p:cSldViewPr showGuides="1">
      <p:cViewPr varScale="1">
        <p:scale>
          <a:sx n="122" d="100"/>
          <a:sy n="122" d="100"/>
        </p:scale>
        <p:origin x="562" y="82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Master" Target="slideMasters/slideMaster2.xml" /><Relationship Id="rId3" Type="http://schemas.openxmlformats.org/officeDocument/2006/relationships/slide" Target="slides/slide1.xml" /><Relationship Id="rId4" Type="http://schemas.openxmlformats.org/officeDocument/2006/relationships/slide" Target="slides/slide2.xml" /><Relationship Id="rId5" Type="http://schemas.openxmlformats.org/officeDocument/2006/relationships/slide" Target="slides/slide3.xml" /><Relationship Id="rId6" Type="http://schemas.openxmlformats.org/officeDocument/2006/relationships/slide" Target="slides/slide4.xml" /><Relationship Id="rId9" Type="http://schemas.openxmlformats.org/officeDocument/2006/relationships/slide" Target="slides/slide5.xml" /><Relationship Id="rId16" Type="http://schemas.openxmlformats.org/officeDocument/2006/relationships/slide" Target="slides/slide6.xml" /><Relationship Id="rId43" Type="http://schemas.openxmlformats.org/officeDocument/2006/relationships/slide" Target="slides/slide7.xml" /><Relationship Id="rId58" Type="http://schemas.openxmlformats.org/officeDocument/2006/relationships/handoutMaster" Target="handoutMasters/handoutMaster1.xml" /><Relationship Id="rId59" Type="http://schemas.openxmlformats.org/officeDocument/2006/relationships/tags" Target="tags/tag1.xml" /><Relationship Id="rId60" Type="http://schemas.openxmlformats.org/officeDocument/2006/relationships/commentAuthors" Target="commentAuthors.xml" /><Relationship Id="rId61" Type="http://schemas.openxmlformats.org/officeDocument/2006/relationships/presProps" Target="presProps.xml" /><Relationship Id="rId62" Type="http://schemas.openxmlformats.org/officeDocument/2006/relationships/viewProps" Target="viewProps.xml" /><Relationship Id="rId63" Type="http://schemas.openxmlformats.org/officeDocument/2006/relationships/theme" Target="theme/theme1.xml" /><Relationship Id="rId64" Type="http://schemas.openxmlformats.org/officeDocument/2006/relationships/tableStyles" Target="tableStyles.xml" /></Relationships>
</file>

<file path=ppt/handoutMasters/_rels/handoutMaster1.xml.rels><?xml version="1.0" encoding="UTF-8"?><Relationships xmlns="http://schemas.openxmlformats.org/package/2006/relationships"><Relationship Id="rId1" Type="http://schemas.openxmlformats.org/officeDocument/2006/relationships/theme" Target="../theme/theme4.xml" 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Relationship Id="rId2" Type="http://schemas.openxmlformats.org/officeDocument/2006/relationships/image" Target="../media/image3.png" 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Relationship Id="rId2" Type="http://schemas.openxmlformats.org/officeDocument/2006/relationships/image" Target="../media/image3.png" 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ns0:sldLayout xmlns:a="http://schemas.openxmlformats.org/drawingml/2006/main" xmlns:ns0="http://schemas.openxmlformats.org/presentationml/2006/main" xmlns:ns2="http://schemas.openxmlformats.org/officeDocument/2006/relationships" xmlns:ns3="http://schemas.microsoft.com/office/drawing/2010/main" showMasterSp="0" preserve="1" userDrawn="1">
  <ns0:cSld name="标题幻灯片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3" name="Rectangle 18"/>
          <ns0:cNvSpPr>
            <a:spLocks noChangeArrowheads="1"/>
          </ns0:cNvSpPr>
          <ns0:nvPr userDrawn="1"/>
        </ns0:nvSpPr>
        <ns0:spPr bwMode="auto">
          <a:xfrm>
            <a:off x="-2118" y="1584325"/>
            <a:ext cx="12194118" cy="3644875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6" name="Rectangle 11"/>
          <ns0:cNvSpPr>
            <a:spLocks noChangeArrowheads="1"/>
          </ns0:cNvSpPr>
          <ns0:nvPr userDrawn="1"/>
        </ns0:nvSpPr>
        <ns0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pic>
        <ns0:nvPicPr>
          <ns0:cNvPr id="8" name="Picture 2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2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ns0:spPr>
      </ns0:pic>
      <ns0:sp>
        <ns0:nvSpPr>
          <ns0:cNvPr id="10243" name="Rectangle 3"/>
          <ns0:cNvSpPr>
            <a:spLocks noGrp="1" noChangeArrowheads="1"/>
          </ns0:cNvSpPr>
          <ns0:nvPr>
            <ns0:ph type="subTitle" idx="1"/>
          </ns0:nvPr>
        </ns0:nvSpPr>
        <ns0:spPr>
          <a:xfrm>
            <a:off x="3310799" y="2060575"/>
            <a:ext cx="8161535" cy="1223963"/>
          </a:xfrm>
        </ns0:spPr>
        <ns0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2.xml><?xml version="1.0" encoding="utf-8"?>
<ns0:sldLayout xmlns:a="http://schemas.openxmlformats.org/drawingml/2006/main" xmlns:ns0="http://schemas.openxmlformats.org/presentationml/2006/main" type="obj" preserve="1">
  <ns0:cSld name="标题和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334435" y="1052737"/>
            <a:ext cx="11523133" cy="53290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3.xml><?xml version="1.0" encoding="utf-8"?>
<ns0:sldLayout xmlns:a="http://schemas.openxmlformats.org/drawingml/2006/main" xmlns:ns0="http://schemas.openxmlformats.org/presentationml/2006/main" type="secHead" preserve="1">
  <ns0:cSld name="节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963084" y="4406900"/>
            <a:ext cx="10363200" cy="1362075"/>
          </a:xfrm>
        </ns0:spPr>
        <ns0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963084" y="2906713"/>
            <a:ext cx="10363200" cy="1500187"/>
          </a:xfrm>
        </ns0:spPr>
        <ns0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4.xml><?xml version="1.0" encoding="utf-8"?>
<ns0:sldLayout xmlns:a="http://schemas.openxmlformats.org/drawingml/2006/main" xmlns:ns0="http://schemas.openxmlformats.org/presentationml/2006/main" type="twoObj" preserve="1">
  <ns0:cSld name="两栏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101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sz="half" idx="1"/>
          </ns0:nvPr>
        </ns0:nvSpPr>
        <ns0:spPr>
          <a:xfrm>
            <a:off x="334433" y="1052514"/>
            <a:ext cx="5665556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6192011" y="1052514"/>
            <a:ext cx="5664629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5.xml><?xml version="1.0" encoding="utf-8"?>
<ns0:sldLayout xmlns:a="http://schemas.openxmlformats.org/drawingml/2006/main" xmlns:ns0="http://schemas.openxmlformats.org/presentationml/2006/main" type="twoTxTwoObj" preserve="1">
  <ns0:cSld name="比较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220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334433" y="1052736"/>
            <a:ext cx="5569545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334433" y="1772816"/>
            <a:ext cx="5569545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5" name="文本占位符 4"/>
          <ns0:cNvSpPr>
            <a:spLocks noGrp="1"/>
          </ns0:cNvSpPr>
          <ns0:nvPr>
            <ns0:ph type="body" sz="quarter" idx="3"/>
          </ns0:nvPr>
        </ns0:nvSpPr>
        <ns0:spPr>
          <a:xfrm>
            <a:off x="6096000" y="1052736"/>
            <a:ext cx="5760641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6" name="内容占位符 5"/>
          <ns0:cNvSpPr>
            <a:spLocks noGrp="1"/>
          </ns0:cNvSpPr>
          <ns0:nvPr>
            <ns0:ph sz="quarter" idx="4"/>
          </ns0:nvPr>
        </ns0:nvSpPr>
        <ns0:spPr>
          <a:xfrm>
            <a:off x="6096000" y="1772816"/>
            <a:ext cx="5760641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6.xml><?xml version="1.0" encoding="utf-8"?>
<ns0:sldLayout xmlns:a="http://schemas.openxmlformats.org/drawingml/2006/main" xmlns:ns0="http://schemas.openxmlformats.org/presentationml/2006/main" type="titleOnly" preserve="1">
  <ns0:cSld name="仅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</ns0:spTree>
  </ns0:cSld>
  <ns0:clrMapOvr>
    <a:masterClrMapping/>
  </ns0:clrMapOvr>
</ns0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ns0:sldLayout xmlns:a="http://schemas.openxmlformats.org/drawingml/2006/main" xmlns:ns0="http://schemas.openxmlformats.org/presentationml/2006/main" type="objTx" preserve="1">
  <ns0:cSld name="内容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3135" cy="836613"/>
          </a:xfrm>
        </ns0:spPr>
        <ns0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4766733" y="1052512"/>
            <a:ext cx="7089907" cy="5328815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334435" y="1052514"/>
            <a:ext cx="4286251" cy="5278156"/>
          </a:xfrm>
        </ns0:spPr>
        <ns0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9.xml><?xml version="1.0" encoding="utf-8"?>
<ns0:sldLayout xmlns:a="http://schemas.openxmlformats.org/drawingml/2006/main" xmlns:ns0="http://schemas.openxmlformats.org/presentationml/2006/main" type="picTx" preserve="1">
  <ns0:cSld name="图片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2389717" y="4800600"/>
            <a:ext cx="7315200" cy="566738"/>
          </a:xfrm>
        </ns0:spPr>
        <ns0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图片占位符 2"/>
          <ns0:cNvSpPr>
            <a:spLocks noGrp="1"/>
          </ns0:cNvSpPr>
          <ns0:nvPr>
            <ns0:ph type="pic" idx="1"/>
          </ns0:nvPr>
        </ns0:nvSpPr>
        <ns0:spPr>
          <a:xfrm>
            <a:off x="2389717" y="1052513"/>
            <a:ext cx="7315200" cy="3675062"/>
          </a:xfrm>
        </ns0:spPr>
        <ns0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2389717" y="5367338"/>
            <a:ext cx="7315200" cy="804862"/>
          </a:xfrm>
        </ns0:spPr>
        <ns0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10.xml><?xml version="1.0" encoding="utf-8"?>
<ns0:sldLayout xmlns:a="http://schemas.openxmlformats.org/drawingml/2006/main" xmlns:ns0="http://schemas.openxmlformats.org/presentationml/2006/main" type="vertTx" preserve="1">
  <ns0:cSld name="标题和竖排文字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5" y="1052737"/>
            <a:ext cx="11523133" cy="5329014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1.xml><?xml version="1.0" encoding="utf-8"?>
<ns0:sldLayout xmlns:a="http://schemas.openxmlformats.org/drawingml/2006/main" xmlns:ns0="http://schemas.openxmlformats.org/presentationml/2006/main" type="vertTitleAndTx" preserve="1">
  <ns0:cSld name="垂直排列标题与文本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竖排标题 1"/>
          <ns0:cNvSpPr>
            <a:spLocks noGrp="1"/>
          </ns0:cNvSpPr>
          <ns0:nvPr>
            <ns0:ph type="title" orient="vert"/>
          </ns0:nvPr>
        </ns0:nvSpPr>
        <ns0:spPr>
          <a:xfrm>
            <a:off x="9168341" y="1052512"/>
            <a:ext cx="2667000" cy="5328815"/>
          </a:xfrm>
        </ns0:spPr>
        <ns0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3" y="1052512"/>
            <a:ext cx="8737899" cy="5328815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2.xml><?xml version="1.0" encoding="utf-8"?>
<ns0:sldLayout xmlns:a="http://schemas.openxmlformats.org/drawingml/2006/main" xmlns:ns0="http://schemas.openxmlformats.org/presentationml/2006/main" type="tbl" preserve="1">
  <ns0:cSld name="标题和表格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表格占位符 2"/>
          <ns0:cNvSpPr>
            <a:spLocks noGrp="1"/>
          </ns0:cNvSpPr>
          <ns0:nvPr>
            <ns0:ph type="tbl" idx="1"/>
          </ns0:nvPr>
        </ns0:nvSpPr>
        <ns0:spPr>
          <a:xfrm>
            <a:off x="334320" y="1052514"/>
            <a:ext cx="11522321" cy="53288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13.xml><?xml version="1.0" encoding="utf-8"?>
<ns0:sldLayout xmlns:a="http://schemas.openxmlformats.org/drawingml/2006/main" xmlns:ns0="http://schemas.openxmlformats.org/presentationml/2006/main" xmlns:ns2="http://schemas.openxmlformats.org/officeDocument/2006/relationships" xmlns:ns3="http://schemas.microsoft.com/office/drawing/2010/main" showMasterSp="0" preserve="1" userDrawn="1">
  <ns0:cSld name="标题幻灯片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3" name="Rectangle 18"/>
          <ns0:cNvSpPr>
            <a:spLocks noChangeArrowheads="1"/>
          </ns0:cNvSpPr>
          <ns0:nvPr userDrawn="1"/>
        </ns0:nvSpPr>
        <ns0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AutoShape 10"/>
          <ns0:cNvSpPr>
            <a:spLocks noChangeArrowheads="1"/>
          </ns0:cNvSpPr>
          <ns0:nvPr userDrawn="1"/>
        </ns0:nvSpPr>
        <ns0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6" name="Rectangle 11"/>
          <ns0:cNvSpPr>
            <a:spLocks noChangeArrowheads="1"/>
          </ns0:cNvSpPr>
          <ns0:nvPr userDrawn="1"/>
        </ns0:nvSpPr>
        <ns0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7" name="Rectangle 11"/>
          <ns0:cNvSpPr>
            <a:spLocks noChangeArrowheads="1"/>
          </ns0:cNvSpPr>
          <ns0:nvPr userDrawn="1"/>
        </ns0:nvSpPr>
        <ns0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pic>
        <ns0:nvPicPr>
          <ns0:cNvPr id="8" name="Picture 2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2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ns0:spPr>
      </ns0:pic>
      <ns0:sp>
        <ns0:nvSpPr>
          <ns0:cNvPr id="10243" name="Rectangle 3"/>
          <ns0:cNvSpPr>
            <a:spLocks noGrp="1" noChangeArrowheads="1"/>
          </ns0:cNvSpPr>
          <ns0:nvPr>
            <ns0:ph type="subTitle" idx="1"/>
          </ns0:nvPr>
        </ns0:nvSpPr>
        <ns0:spPr>
          <a:xfrm>
            <a:off x="3310799" y="2060575"/>
            <a:ext cx="8161535" cy="1223963"/>
          </a:xfrm>
        </ns0:spPr>
        <ns0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14.xml><?xml version="1.0" encoding="utf-8"?>
<ns0:sldLayout xmlns:a="http://schemas.openxmlformats.org/drawingml/2006/main" xmlns:ns0="http://schemas.openxmlformats.org/presentationml/2006/main" type="obj" preserve="1">
  <ns0:cSld name="标题和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334435" y="1052737"/>
            <a:ext cx="11523133" cy="53290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5.xml><?xml version="1.0" encoding="utf-8"?>
<ns0:sldLayout xmlns:a="http://schemas.openxmlformats.org/drawingml/2006/main" xmlns:ns0="http://schemas.openxmlformats.org/presentationml/2006/main" type="secHead" preserve="1">
  <ns0:cSld name="节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963084" y="4406900"/>
            <a:ext cx="10363200" cy="1362075"/>
          </a:xfrm>
        </ns0:spPr>
        <ns0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963084" y="2906713"/>
            <a:ext cx="10363200" cy="1500187"/>
          </a:xfrm>
        </ns0:spPr>
        <ns0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16.xml><?xml version="1.0" encoding="utf-8"?>
<ns0:sldLayout xmlns:a="http://schemas.openxmlformats.org/drawingml/2006/main" xmlns:ns0="http://schemas.openxmlformats.org/presentationml/2006/main" type="twoObj" preserve="1">
  <ns0:cSld name="两栏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101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sz="half" idx="1"/>
          </ns0:nvPr>
        </ns0:nvSpPr>
        <ns0:spPr>
          <a:xfrm>
            <a:off x="334433" y="1052514"/>
            <a:ext cx="5665556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6192011" y="1052514"/>
            <a:ext cx="5664629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7.xml><?xml version="1.0" encoding="utf-8"?>
<ns0:sldLayout xmlns:a="http://schemas.openxmlformats.org/drawingml/2006/main" xmlns:ns0="http://schemas.openxmlformats.org/presentationml/2006/main" type="twoTxTwoObj" preserve="1">
  <ns0:cSld name="比较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220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334433" y="1052736"/>
            <a:ext cx="5569545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334433" y="1772816"/>
            <a:ext cx="5569545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5" name="文本占位符 4"/>
          <ns0:cNvSpPr>
            <a:spLocks noGrp="1"/>
          </ns0:cNvSpPr>
          <ns0:nvPr>
            <ns0:ph type="body" sz="quarter" idx="3"/>
          </ns0:nvPr>
        </ns0:nvSpPr>
        <ns0:spPr>
          <a:xfrm>
            <a:off x="6096000" y="1052736"/>
            <a:ext cx="5760641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6" name="内容占位符 5"/>
          <ns0:cNvSpPr>
            <a:spLocks noGrp="1"/>
          </ns0:cNvSpPr>
          <ns0:nvPr>
            <ns0:ph sz="quarter" idx="4"/>
          </ns0:nvPr>
        </ns0:nvSpPr>
        <ns0:spPr>
          <a:xfrm>
            <a:off x="6096000" y="1772816"/>
            <a:ext cx="5760641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8.xml><?xml version="1.0" encoding="utf-8"?>
<ns0:sldLayout xmlns:a="http://schemas.openxmlformats.org/drawingml/2006/main" xmlns:ns0="http://schemas.openxmlformats.org/presentationml/2006/main" type="titleOnly" preserve="1">
  <ns0:cSld name="仅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</ns0:spTree>
  </ns0:cSld>
  <ns0:clrMapOvr>
    <a:masterClrMapping/>
  </ns0:clrMapOvr>
</ns0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ns0:sldLayout xmlns:a="http://schemas.openxmlformats.org/drawingml/2006/main" xmlns:ns0="http://schemas.openxmlformats.org/presentationml/2006/main" type="objTx" preserve="1">
  <ns0:cSld name="内容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3135" cy="836613"/>
          </a:xfrm>
        </ns0:spPr>
        <ns0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4766733" y="1052512"/>
            <a:ext cx="7089907" cy="5328815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334435" y="1052514"/>
            <a:ext cx="4286251" cy="5278156"/>
          </a:xfrm>
        </ns0:spPr>
        <ns0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21.xml><?xml version="1.0" encoding="utf-8"?>
<ns0:sldLayout xmlns:a="http://schemas.openxmlformats.org/drawingml/2006/main" xmlns:ns0="http://schemas.openxmlformats.org/presentationml/2006/main" type="picTx" preserve="1">
  <ns0:cSld name="图片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2389717" y="4800600"/>
            <a:ext cx="7315200" cy="566738"/>
          </a:xfrm>
        </ns0:spPr>
        <ns0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图片占位符 2"/>
          <ns0:cNvSpPr>
            <a:spLocks noGrp="1"/>
          </ns0:cNvSpPr>
          <ns0:nvPr>
            <ns0:ph type="pic" idx="1"/>
          </ns0:nvPr>
        </ns0:nvSpPr>
        <ns0:spPr>
          <a:xfrm>
            <a:off x="2389717" y="1052513"/>
            <a:ext cx="7315200" cy="3675062"/>
          </a:xfrm>
        </ns0:spPr>
        <ns0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2389717" y="5367338"/>
            <a:ext cx="7315200" cy="804862"/>
          </a:xfrm>
        </ns0:spPr>
        <ns0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22.xml><?xml version="1.0" encoding="utf-8"?>
<ns0:sldLayout xmlns:a="http://schemas.openxmlformats.org/drawingml/2006/main" xmlns:ns0="http://schemas.openxmlformats.org/presentationml/2006/main" type="vertTx" preserve="1">
  <ns0:cSld name="标题和竖排文字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5" y="1052737"/>
            <a:ext cx="11523133" cy="5329014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23.xml><?xml version="1.0" encoding="utf-8"?>
<ns0:sldLayout xmlns:a="http://schemas.openxmlformats.org/drawingml/2006/main" xmlns:ns0="http://schemas.openxmlformats.org/presentationml/2006/main" type="vertTitleAndTx" preserve="1">
  <ns0:cSld name="垂直排列标题与文本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竖排标题 1"/>
          <ns0:cNvSpPr>
            <a:spLocks noGrp="1"/>
          </ns0:cNvSpPr>
          <ns0:nvPr>
            <ns0:ph type="title" orient="vert"/>
          </ns0:nvPr>
        </ns0:nvSpPr>
        <ns0:spPr>
          <a:xfrm>
            <a:off x="9168341" y="1052512"/>
            <a:ext cx="2667000" cy="5328815"/>
          </a:xfrm>
        </ns0:spPr>
        <ns0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3" y="1052512"/>
            <a:ext cx="8737899" cy="5328815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24.xml><?xml version="1.0" encoding="utf-8"?>
<ns0:sldLayout xmlns:a="http://schemas.openxmlformats.org/drawingml/2006/main" xmlns:ns0="http://schemas.openxmlformats.org/presentationml/2006/main" type="tbl" preserve="1">
  <ns0:cSld name="标题和表格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表格占位符 2"/>
          <ns0:cNvSpPr>
            <a:spLocks noGrp="1"/>
          </ns0:cNvSpPr>
          <ns0:nvPr>
            <ns0:ph type="tbl" idx="1"/>
          </ns0:nvPr>
        </ns0:nvSpPr>
        <ns0:spPr>
          <a:xfrm>
            <a:off x="334320" y="1052514"/>
            <a:ext cx="11522321" cy="53288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slideLayout" Target="../slideLayouts/slideLayout12.xml" /><Relationship Id="rId13" Type="http://schemas.openxmlformats.org/officeDocument/2006/relationships/theme" Target="../theme/theme1.xml" /><Relationship Id="rId14" Type="http://schemas.openxmlformats.org/officeDocument/2006/relationships/image" Target="../media/image1.png" /><Relationship Id="rId15" Type="http://schemas.openxmlformats.org/officeDocument/2006/relationships/image" Target="../media/image2.jpeg" /></Relationships>
</file>

<file path=ppt/slideMasters/_rels/slideMaster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slideLayout" Target="../slideLayouts/slideLayout14.xml" /><Relationship Id="rId3" Type="http://schemas.openxmlformats.org/officeDocument/2006/relationships/slideLayout" Target="../slideLayouts/slideLayout15.xml" /><Relationship Id="rId4" Type="http://schemas.openxmlformats.org/officeDocument/2006/relationships/slideLayout" Target="../slideLayouts/slideLayout16.xml" /><Relationship Id="rId5" Type="http://schemas.openxmlformats.org/officeDocument/2006/relationships/slideLayout" Target="../slideLayouts/slideLayout17.xml" /><Relationship Id="rId6" Type="http://schemas.openxmlformats.org/officeDocument/2006/relationships/slideLayout" Target="../slideLayouts/slideLayout18.xml" /><Relationship Id="rId7" Type="http://schemas.openxmlformats.org/officeDocument/2006/relationships/slideLayout" Target="../slideLayouts/slideLayout19.xml" /><Relationship Id="rId8" Type="http://schemas.openxmlformats.org/officeDocument/2006/relationships/slideLayout" Target="../slideLayouts/slideLayout20.xml" /><Relationship Id="rId9" Type="http://schemas.openxmlformats.org/officeDocument/2006/relationships/slideLayout" Target="../slideLayouts/slideLayout21.xml" /><Relationship Id="rId10" Type="http://schemas.openxmlformats.org/officeDocument/2006/relationships/slideLayout" Target="../slideLayouts/slideLayout22.xml" /><Relationship Id="rId11" Type="http://schemas.openxmlformats.org/officeDocument/2006/relationships/slideLayout" Target="../slideLayouts/slideLayout23.xml" /><Relationship Id="rId12" Type="http://schemas.openxmlformats.org/officeDocument/2006/relationships/slideLayout" Target="../slideLayouts/slideLayout24.xml" /><Relationship Id="rId13" Type="http://schemas.openxmlformats.org/officeDocument/2006/relationships/theme" Target="../theme/theme2.xml" /><Relationship Id="rId14" Type="http://schemas.openxmlformats.org/officeDocument/2006/relationships/image" Target="../media/image1.png" /><Relationship Id="rId15" Type="http://schemas.openxmlformats.org/officeDocument/2006/relationships/image" Target="../media/image2.jpeg" /></Relationships>
</file>

<file path=ppt/slideMasters/slideMaster1.xml><?xml version="1.0" encoding="utf-8"?>
<ns0:sldMaster xmlns:a="http://schemas.openxmlformats.org/drawingml/2006/main" xmlns:ns0="http://schemas.openxmlformats.org/presentationml/2006/main" xmlns:ns2="http://schemas.microsoft.com/office/drawing/2010/main" xmlns:ns3="http://schemas.openxmlformats.org/officeDocument/2006/relationships">
  <ns0:cSld>
    <ns0:bg>
      <ns0:bgPr>
        <a:solidFill>
          <a:schemeClr val="bg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026" name="Rectangle 17"/>
          <ns0:cNvSpPr>
            <a:spLocks noGrp="1" noChangeArrowheads="1"/>
          </ns0:cNvSpPr>
          <ns0:nvPr>
            <ns0:ph type="body" idx="1"/>
          </ns0:nvPr>
        </ns0:nvSpPr>
        <ns0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pic>
        <ns0:nvPicPr>
          <ns0:cNvPr id="1027" name="Picture 7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3:embed="rId14">
            <a:extLst>
              <a:ext uri="{28A0092B-C50C-407E-A947-70E740481C1C}">
                <ns2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</ns0:pic>
      <ns0:sp>
        <ns0:nvSpPr>
          <ns0:cNvPr id="1028" name="Rectangle 2"/>
          <ns0:cNvSpPr>
            <a:spLocks noGrp="1" noChangeArrowheads="1"/>
          </ns0:cNvSpPr>
          <ns0:nvPr>
            <ns0:ph type="title"/>
          </ns0:nvPr>
        </ns0:nvSpPr>
        <ns0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7" name="任意多边形 6"/>
          <ns0:cNvSpPr/>
          <ns0:nvPr userDrawn="1"/>
        </ns0:nvSpPr>
        <ns0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9" name="Rectangle 15"/>
          <ns0:cNvSpPr>
            <a:spLocks noChangeArrowheads="1"/>
          </ns0:cNvSpPr>
          <ns0:nvPr userDrawn="1"/>
        </ns0:nvSpPr>
        <ns0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036" name="Rectangle 12"/>
          <ns0:cNvSpPr>
            <a:spLocks noChangeArrowheads="1"/>
          </ns0:cNvSpPr>
          <ns0:nvPr/>
        </ns0:nvSpPr>
        <ns0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ns0:spPr>
        <ns0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49" ns3:id="rId1"/>
    <ns0:sldLayoutId id="2147483650" ns3:id="rId2"/>
    <ns0:sldLayoutId id="2147483651" ns3:id="rId3"/>
    <ns0:sldLayoutId id="2147483652" ns3:id="rId4"/>
    <ns0:sldLayoutId id="2147483653" ns3:id="rId5"/>
    <ns0:sldLayoutId id="2147483654" ns3:id="rId6"/>
    <ns0:sldLayoutId id="2147483655" ns3:id="rId7"/>
    <ns0:sldLayoutId id="2147483656" ns3:id="rId8"/>
    <ns0:sldLayoutId id="2147483657" ns3:id="rId9"/>
    <ns0:sldLayoutId id="2147483658" ns3:id="rId10"/>
    <ns0:sldLayoutId id="2147483659" ns3:id="rId11"/>
    <ns0:sldLayoutId id="2147483660" ns3:id="rId12"/>
  </ns0:sldLayoutIdLst>
  <ns0:hf sldNum="0" hdr="0"/>
  <ns0:txStyles>
    <ns0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ns0:titleStyle>
    <ns0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ns0:bodyStyle>
    <ns0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ns0:otherStyle>
  </ns0:txStyles>
</ns0:sldMaster>
</file>

<file path=ppt/slideMasters/slideMaster2.xml><?xml version="1.0" encoding="utf-8"?>
<ns0:sldMaster xmlns:a="http://schemas.openxmlformats.org/drawingml/2006/main" xmlns:ns0="http://schemas.openxmlformats.org/presentationml/2006/main" xmlns:ns2="http://schemas.microsoft.com/office/drawing/2010/main" xmlns:ns3="http://schemas.openxmlformats.org/officeDocument/2006/relationships">
  <ns0:cSld>
    <ns0:bg>
      <ns0:bgPr>
        <a:solidFill>
          <a:schemeClr val="bg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026" name="Rectangle 17"/>
          <ns0:cNvSpPr>
            <a:spLocks noGrp="1" noChangeArrowheads="1"/>
          </ns0:cNvSpPr>
          <ns0:nvPr>
            <ns0:ph type="body" idx="1"/>
          </ns0:nvPr>
        </ns0:nvSpPr>
        <ns0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pic>
        <ns0:nvPicPr>
          <ns0:cNvPr id="1027" name="Picture 7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3:embed="rId14">
            <a:extLst>
              <a:ext uri="{28A0092B-C50C-407E-A947-70E740481C1C}">
                <ns2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</ns0:pic>
      <ns0:sp>
        <ns0:nvSpPr>
          <ns0:cNvPr id="1028" name="Rectangle 2"/>
          <ns0:cNvSpPr>
            <a:spLocks noGrp="1" noChangeArrowheads="1"/>
          </ns0:cNvSpPr>
          <ns0:nvPr>
            <ns0:ph type="title"/>
          </ns0:nvPr>
        </ns0:nvSpPr>
        <ns0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7" name="任意多边形 6"/>
          <ns0:cNvSpPr/>
          <ns0:nvPr userDrawn="1"/>
        </ns0:nvSpPr>
        <ns0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9" name="Rectangle 15"/>
          <ns0:cNvSpPr>
            <a:spLocks noChangeArrowheads="1"/>
          </ns0:cNvSpPr>
          <ns0:nvPr userDrawn="1"/>
        </ns0:nvSpPr>
        <ns0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036" name="Rectangle 12"/>
          <ns0:cNvSpPr>
            <a:spLocks noChangeArrowheads="1"/>
          </ns0:cNvSpPr>
          <ns0:nvPr/>
        </ns0:nvSpPr>
        <ns0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ns0:spPr>
        <ns0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62" ns3:id="rId1"/>
    <ns0:sldLayoutId id="2147483663" ns3:id="rId2"/>
    <ns0:sldLayoutId id="2147483664" ns3:id="rId3"/>
    <ns0:sldLayoutId id="2147483665" ns3:id="rId4"/>
    <ns0:sldLayoutId id="2147483666" ns3:id="rId5"/>
    <ns0:sldLayoutId id="2147483667" ns3:id="rId6"/>
    <ns0:sldLayoutId id="2147483668" ns3:id="rId7"/>
    <ns0:sldLayoutId id="2147483669" ns3:id="rId8"/>
    <ns0:sldLayoutId id="2147483670" ns3:id="rId9"/>
    <ns0:sldLayoutId id="2147483671" ns3:id="rId10"/>
    <ns0:sldLayoutId id="2147483672" ns3:id="rId11"/>
    <ns0:sldLayoutId id="2147483673" ns3:id="rId12"/>
  </ns0:sldLayoutIdLst>
  <ns0:hf sldNum="0" hdr="0"/>
  <ns0:txStyles>
    <ns0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ns0:titleStyle>
    <ns0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ns0:bodyStyle>
    <ns0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ns0:otherStyle>
  </ns0:txStyles>
</ns0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2.jpe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4.png" /><Relationship Id="rId4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tags" Target="../tags/tag2.xml" /><Relationship Id="rId2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2.jpeg" /><Relationship Id="rId4" Type="http://schemas.openxmlformats.org/officeDocument/2006/relationships/image" Target="../media/image67.png" /><Relationship Id="rId5" Type="http://schemas.openxmlformats.org/officeDocument/2006/relationships/image" Target="../media/image68.png" /></Relationships>
</file>

<file path=ppt/slides/slide1.xml><?xml version="1.0" encoding="utf-8"?>
<ns0:sld xmlns:a="http://schemas.openxmlformats.org/drawingml/2006/main" xmlns:ns0="http://schemas.openxmlformats.org/presentationml/2006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5122" name="Rectangle 3"/>
          <ns0:cNvSpPr>
            <a:spLocks noGrp="1"/>
          </ns0:cNvSpPr>
          <ns0:nvPr>
            <ns0:ph type="subTitle" idx="4294967295"/>
          </ns0:nvPr>
        </ns0:nvSpPr>
        <ns0:spPr>
          <a:xfrm>
            <a:off x="3071664" y="2204864"/>
            <a:ext cx="7560840" cy="1872208"/>
          </a:xfrm>
        </ns0:spPr>
        <ns0:txBody>
          <a:bodyPr vert="horz" wrap="square" lIns="90000" tIns="45720" rIns="91440" bIns="45720" anchor="t" anchorCtr="0"/>
          <a:lstStyle>
            <a:lvl1pPr marL="0" lvl="0" indent="0" algn="ctr">
              <a:buClr>
                <a:schemeClr val="accent2"/>
              </a:buClr>
              <a:buSzTx/>
              <a:buFontTx/>
              <a:buNone/>
              <a:defRPr>
                <a:latin typeface="Microsoft YaHei"/>
                <a:ea typeface="微软雅黑"/>
                <a:cs typeface="Microsoft YaHei"/>
              </a:defRPr>
            </a:lvl1pPr>
            <a:lvl2pPr marL="457200" lvl="1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>
                <a:latin typeface="Microsoft YaHei"/>
                <a:ea typeface="微软雅黑"/>
                <a:cs typeface="Microsoft YaHei"/>
              </a:defRPr>
            </a:lvl2pPr>
            <a:lvl3pPr marL="914400" lvl="2" indent="0" algn="ctr">
              <a:buClr>
                <a:schemeClr val="accent2"/>
              </a:buClr>
              <a:buSzTx/>
              <a:buFontTx/>
              <a:buNone/>
              <a:defRPr>
                <a:latin typeface="Microsoft YaHei"/>
                <a:ea typeface="微软雅黑"/>
                <a:cs typeface="Microsoft YaHei"/>
              </a:defRPr>
            </a:lvl3pPr>
            <a:lvl4pPr marL="1371600" lvl="3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>
                <a:latin typeface="Microsoft YaHei"/>
                <a:ea typeface="微软雅黑"/>
                <a:cs typeface="Microsoft YaHei"/>
              </a:defRPr>
            </a:lvl4pPr>
            <a:lvl5pPr marL="1828800" lvl="4" indent="0" algn="ctr">
              <a:buClr>
                <a:schemeClr val="accent2"/>
              </a:buClr>
              <a:buSzTx/>
              <a:buFontTx/>
              <a:buNone/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 algn="l" eaLnBrk="1" hangingPunct="1"/>
            <a:r>
              <a:rPr sz="2400" b="0">
                <a:solidFill>
                  <a:srgbClr val="0062AC"/>
                </a:solidFill>
                <a:latin typeface="Microsoft YaHei"/>
                <a:ea typeface="微软雅黑"/>
                <a:cs typeface="Microsoft YaHei"/>
              </a:rPr>
              <a:t>项目名称 / 汇报主题</a:t>
            </a:r>
            <a:endParaRPr lang="zh-CN" altLang="en-US" sz="4200" b="1" dirty="0">
              <a:solidFill>
                <a:srgbClr val="0070C0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  <ns0:timing>
    <ns0:tnLst>
      <ns0:par>
        <ns0:cTn id="1" dur="indefinite" restart="never" nodeType="tmRoot"/>
      </ns0:par>
    </ns0:tnLst>
  </ns0:timing>
</ns0:sld>
</file>

<file path=ppt/slides/slide2.xml><?xml version="1.0" encoding="utf-8"?>
<ns0:sld xmlns:a="http://schemas.openxmlformats.org/drawingml/2006/main" xmlns:ns0="http://schemas.openxmlformats.org/presentationml/2006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5122" name="标题 1"/>
          <ns0:cNvSpPr>
            <a:spLocks noGrp="1"/>
          </ns0:cNvSpPr>
          <ns0:nvPr>
            <ns0:ph type="title"/>
          </ns0:nvPr>
        </ns0:nvSpPr>
        <ns0:spPr>
          <a:xfrm>
            <a:off x="371019" y="0"/>
            <a:ext cx="8640763" cy="836613"/>
          </a:xfrm>
        </ns0:spPr>
        <ns0:txBody>
          <a:bodyPr/>
          <a:lstStyle/>
          <a:p>
            <a:r>
              <a:rPr sz="2000" b="0">
                <a:solidFill>
                  <a:srgbClr val="FFFFFF"/>
                </a:solidFill>
                <a:latin typeface="Microsoft YaHei"/>
                <a:ea typeface="微软雅黑"/>
                <a:cs typeface="Microsoft YaHei"/>
              </a:rPr>
              <a:t>章节标题</a:t>
            </a:r>
          </a:p>
        </ns0:txBody>
      </ns0:sp>
      <ns0:grpSp>
        <ns0:nvGrpSpPr>
          <ns0:cNvPr id="4" name="组合 3"/>
          <ns0:cNvGrpSpPr/>
          <ns0:nvPr/>
        </ns0:nvGrpSpPr>
        <ns0:grpSpPr>
          <a:xfrm>
            <a:off x="1524000" y="2852936"/>
            <a:ext cx="9144000" cy="1814777"/>
            <a:chOff x="170694" y="177982"/>
            <a:chExt cx="3936004" cy="781165"/>
          </a:xfrm>
          <a:solidFill>
            <a:srgbClr val="0062AC"/>
          </a:solidFill>
        </ns0:grpSpPr>
        <ns0:sp>
          <ns0:nvSpPr>
            <ns0:cNvPr id="5" name="等腰三角形 4"/>
            <ns0:cNvSpPr/>
            <ns0:nvPr/>
          </ns0:nvSpPr>
          <ns0:spPr>
            <a:xfrm>
              <a:off x="1233863" y="177982"/>
              <a:ext cx="355284" cy="356514"/>
            </a:xfrm>
            <a:prstGeom prst="triangle">
              <a:avLst/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6" name="等腰三角形 5"/>
            <ns0:cNvSpPr/>
            <ns0:nvPr/>
          </ns0:nvSpPr>
          <ns0:spPr>
            <a:xfrm flipV="1">
              <a:off x="200258" y="602633"/>
              <a:ext cx="355284" cy="356514"/>
            </a:xfrm>
            <a:prstGeom prst="triangle">
              <a:avLst/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7" name="矩形 6"/>
            <ns0:cNvSpPr/>
            <ns0:nvPr/>
          </ns0:nvSpPr>
          <ns0:spPr>
            <a:xfrm>
              <a:off x="170694" y="261768"/>
              <a:ext cx="3936004" cy="611981"/>
            </a:xfrm>
            <a:prstGeom prst="rect">
              <a:avLst/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 dirty="0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8" name="平行四边形 7"/>
            <ns0:cNvSpPr/>
            <ns0:nvPr/>
          </ns0:nvSpPr>
          <ns0:spPr>
            <a:xfrm>
              <a:off x="376965" y="178257"/>
              <a:ext cx="1036076" cy="779005"/>
            </a:xfrm>
            <a:prstGeom prst="parallelogram">
              <a:avLst>
                <a:gd name="adj" fmla="val 48207"/>
              </a:avLst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9" name="文本框 6"/>
            <ns0:cNvSpPr txBox="1"/>
            <ns0:nvPr/>
          </ns0:nvSpPr>
          <ns0:spPr>
            <a:xfrm>
              <a:off x="883183" y="415482"/>
              <a:ext cx="650908" cy="294380"/>
            </a:xfrm>
            <a:prstGeom prst="rect">
              <a:avLst/>
            </a:prstGeom>
            <a:grpFill/>
          </ns0:spPr>
          <ns0:txBody>
            <a:bodyPr wrap="square" lIns="68580" tIns="34290" rIns="68580" bIns="34290" rtlCol="0">
              <a:spAutoFit/>
            </a:bodyPr>
            <a:lstStyle/>
            <a:p>
              <a:r>
                <a:rPr lang="en-US" altLang="zh-CN" sz="4000" dirty="0">
                  <a:solidFill>
                    <a:schemeClr val="bg1">
                      <a:lumMod val="95000"/>
                    </a:schemeClr>
                  </a:solidFill>
                  <a:latin typeface="Microsoft YaHei"/>
                  <a:ea typeface="微软雅黑"/>
                  <a:cs typeface="Microsoft YaHei"/>
                </a:rPr>
                <a:t>1</a:t>
              </a:r>
              <a:endParaRPr lang="zh-CN" altLang="en-US" sz="4000" dirty="0">
                <a:solidFill>
                  <a:schemeClr val="bg1">
                    <a:lumMod val="95000"/>
                  </a:schemeClr>
                </a:solidFill>
                <a:latin typeface="Microsoft YaHei"/>
                <a:ea typeface="微软雅黑"/>
                <a:cs typeface="Microsoft YaHei"/>
              </a:endParaRPr>
            </a:p>
          </ns0:txBody>
        </ns0:sp>
      </ns0:grpSp>
      <ns0:sp>
        <ns0:nvSpPr>
          <ns0:cNvPr id="10" name="TextBox 48"/>
          <ns0:cNvSpPr txBox="1"/>
          <ns0:nvPr/>
        </ns0:nvSpPr>
        <ns0:spPr>
          <a:xfrm>
            <a:off x="3993921" y="3356426"/>
            <a:ext cx="5270431" cy="683895"/>
          </a:xfrm>
          <a:prstGeom prst="rect">
            <a:avLst/>
          </a:prstGeom>
          <a:noFill/>
        </ns0:spPr>
        <ns0:txBody>
          <a:bodyPr wrap="square" lIns="68584" tIns="34291" rIns="68584" bIns="34291" rtlCol="0">
            <a:spAutoFit/>
          </a:bodyPr>
          <a:lstStyle/>
          <a:p>
            <a:r>
              <a:rPr sz="2000" b="0">
                <a:solidFill>
                  <a:srgbClr val="FFFFFF"/>
                </a:solidFill>
                <a:latin typeface="Microsoft YaHei"/>
                <a:ea typeface="微软雅黑"/>
                <a:cs typeface="Microsoft YaHei"/>
              </a:rPr>
              <a:t>章节标题</a:t>
            </a:r>
          </a:p>
        </ns0:txBody>
      </ns0:sp>
    </ns0:spTree>
  </ns0:cSld>
  <ns0:clrMapOvr>
    <a:masterClrMapping/>
  </ns0:clrMapOvr>
  <ns0:timing>
    <ns0:tnLst>
      <ns0:par>
        <ns0:cTn id="1" dur="indefinite" restart="never" nodeType="tmRoot"/>
      </ns0:par>
    </ns0:tnLst>
  </ns0:timing>
</ns0:sld>
</file>

<file path=ppt/slides/slide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18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正文页标题</a:t>
            </a:r>
          </a:p>
        </ns0:txBody>
      </ns0:sp>
      <ns0:sp>
        <ns0:nvSpPr>
          <ns0:cNvPr id="7" name="矩形 6"/>
          <ns0:cNvSpPr/>
          <ns0:nvPr/>
        </ns0:nvSpPr>
        <ns0:spPr>
          <a:xfrm>
            <a:off x="703714" y="1844968"/>
            <a:ext cx="10217963" cy="3744272"/>
          </a:xfrm>
          <a:prstGeom prst="rect">
            <a:avLst/>
          </a:prstGeom>
        </ns0:spPr>
        <ns0:txBody>
          <a:bodyPr wrap="square">
            <a:noAutofit/>
          </a:bodyPr>
          <a:lstStyle/>
          <a:p>
            <a:pPr marL="342900" lvl="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ns2:embed="rId3"/>
              </a:buBlip>
            </a:pPr>
            <a:r>
              <a:rPr sz="13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概述：用一到两句话说明本页背景和结论。</a:t>
            </a:r>
            <a:endParaRPr lang="en-US" altLang="zh-CN" kern="0" dirty="0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框 3"/>
          <ns0:cNvSpPr txBox="1"/>
          <ns0:nvPr/>
        </ns0:nvSpPr>
        <ns0:spPr>
          <a:xfrm>
            <a:off x="338267" y="1052736"/>
            <a:ext cx="10578890" cy="792088"/>
          </a:xfrm>
          <a:prstGeom prst="rect">
            <a:avLst/>
          </a:prstGeom>
          <a:noFill/>
        </ns0:spPr>
        <ns0:txBody>
          <a:bodyPr wrap="square" rtlCol="0">
            <a:no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ns2:embed="rId3"/>
              </a:buBlip>
            </a:pPr>
            <a:r>
              <a:rPr sz="13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概述：用一到两句话说明本页背景和结论。</a:t>
            </a:r>
            <a:endParaRPr lang="en-US" altLang="zh-CN" dirty="0">
              <a:latin typeface="Microsoft YaHei"/>
              <a:ea typeface="微软雅黑"/>
              <a:cs typeface="Microsoft YaHei"/>
              <a:sym typeface="+mn-ea"/>
            </a:endParaRPr>
          </a:p>
        </ns0:txBody>
      </ns0:sp>
    </ns0:spTree>
  </ns0:cSld>
  <ns0:clrMapOvr>
    <a:masterClrMapping/>
  </ns0:clrMapOvr>
</ns0:sld>
</file>

<file path=ppt/slides/slide4.xml><?xml version="1.0" encoding="utf-8"?>
<ns0:sld xmlns:a="http://schemas.openxmlformats.org/drawingml/2006/main" xmlns:ns0="http://schemas.openxmlformats.org/presentationml/2006/main" xmlns:ns2="http://schemas.microsoft.com/office/powerpoint/2010/main" xmlns:ns3="http://schemas.microsoft.com/office/drawing/2014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18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对比表页标题</a:t>
            </a:r>
            <a:endParaRPr lang="zh-CN" altLang="en-US" dirty="0">
              <a:latin typeface="Microsoft YaHei"/>
              <a:ea typeface="微软雅黑"/>
              <a:cs typeface="Microsoft YaHei"/>
            </a:endParaRPr>
          </a:p>
        </ns0:txBody>
      </ns0:sp>
      <ns0:graphicFrame>
        <ns0:nvGraphicFramePr>
          <ns0:cNvPr id="4" name="表格 3"/>
          <ns0:cNvGraphicFramePr>
            <a:graphicFrameLocks noGrp="1"/>
          </ns0:cNvGraphicFramePr>
          <ns0:nvPr>
            <ns0:extLst>
              <ns0:ext uri="{D42A27DB-BD31-4B8C-83A1-F6EECF244321}">
                <ns2:modId val="2094945487"/>
              </ns0:ext>
            </ns0:extLst>
          </ns0:nvPr>
        </ns0:nvGraphicFramePr>
        <ns0:xfrm>
          <a:off x="767408" y="908720"/>
          <a:ext cx="8700000" cy="4700000"/>
        </ns0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126618">
                  <a:extLst>
                    <a:ext uri="{9D8B030D-6E8A-4147-A177-3AD203B41FA5}">
                      <ns3:colId val="20000"/>
                    </a:ext>
                  </a:extLst>
                </a:gridCol>
                <a:gridCol w="1689928">
                  <a:extLst>
                    <a:ext uri="{9D8B030D-6E8A-4147-A177-3AD203B41FA5}">
                      <ns3:colId val="20001"/>
                    </a:ext>
                  </a:extLst>
                </a:gridCol>
                <a:gridCol w="3066906">
                  <a:extLst>
                    <a:ext uri="{9D8B030D-6E8A-4147-A177-3AD203B41FA5}">
                      <ns3:colId val="20002"/>
                    </a:ext>
                  </a:extLst>
                </a:gridCol>
                <a:gridCol w="2816548">
                  <a:extLst>
                    <a:ext uri="{9D8B030D-6E8A-4147-A177-3AD203B41FA5}">
                      <ns3:colId val="20003"/>
                    </a:ext>
                  </a:extLst>
                </a:gridCol>
              </a:tblGrid>
              <a:tr h="335908">
                <a:tc gridSpan="2"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类别</a:t>
                      </a:r>
                    </a:p>
                  </a:txBody>
                  <a:tcPr marL="8691" marR="8691" marT="8691" marB="0" anchor="ctr"/>
                </a:tc>
                <a:tc hMerge="1"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项目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方案 A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方案 B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0"/>
                  </a:ext>
                </a:extLst>
              </a:tr>
              <a:tr h="163763">
                <a:tc rowSpan="3"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1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2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3"/>
                  </a:ext>
                </a:extLst>
              </a:tr>
              <a:tr h="220794">
                <a:tc rowSpan="7"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4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5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6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7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8"/>
                  </a:ext>
                </a:extLst>
              </a:tr>
              <a:tr h="212356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9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0"/>
                  </a:ext>
                </a:extLst>
              </a:tr>
              <a:tr h="163763">
                <a:tc rowSpan="5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1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2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3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4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5"/>
                  </a:ext>
                </a:extLst>
              </a:tr>
              <a:tr h="163763">
                <a:tc rowSpan="4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6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7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8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9"/>
                  </a:ext>
                </a:extLst>
              </a:tr>
              <a:tr h="163763">
                <a:tc rowSpan="5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0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1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2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3"/>
                  </a:ext>
                </a:extLst>
              </a:tr>
              <a:tr h="4919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4"/>
                  </a:ext>
                </a:extLst>
              </a:tr>
            </a:tbl>
          </a:graphicData>
        </a:graphic>
      </ns0:graphicFrame>
    </ns0:spTree>
  </ns0:cSld>
  <ns0:clrMapOvr>
    <a:masterClrMapping/>
  </ns0:clrMapOvr>
</ns0:sld>
</file>

<file path=ppt/slides/slide5.xml><?xml version="1.0" encoding="utf-8"?>
<ns0:sld xmlns:a="http://schemas.openxmlformats.org/drawingml/2006/main" xmlns:ns0="http://schemas.openxmlformats.org/presentationml/2006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18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步骤说明页标题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263353" y="980728"/>
            <a:ext cx="11377263" cy="1368152"/>
          </a:xfrm>
        </ns0:spPr>
        <ns0:txBody>
          <a:bodyPr/>
          <a:lstStyle/>
          <a:p>
            <a:r>
              <a:rPr sz="12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操作说明：用短句说明入口、动作和结果。</a:t>
            </a:r>
            <a:endParaRPr lang="en-US" altLang="zh-CN" sz="1800" dirty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Rectangle 3"/>
          <ns0:cNvSpPr/>
          <ns0:nvPr/>
        </ns0:nvSpPr>
        <ns0:spPr>
          <a:xfrm>
            <a:off x="911423" y="2636913"/>
            <a:ext cx="4672330" cy="1613762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  <ns0:sp>
        <ns0:nvSpPr>
          <ns0:cNvPr id="5" name="Rectangle 4"/>
          <ns0:cNvSpPr/>
          <ns0:nvPr/>
        </ns0:nvSpPr>
        <ns0:spPr>
          <a:xfrm>
            <a:off x="6312024" y="2636913"/>
            <a:ext cx="4832729" cy="1613761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</ns0:spTree>
  </ns0:cSld>
  <ns0:clrMapOvr>
    <a:masterClrMapping/>
  </ns0:clrMapOvr>
</ns0:sld>
</file>

<file path=ppt/slides/slide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6146" name="Rectangle 2"/>
          <ns0:cNvSpPr>
            <a:spLocks noGrp="1" noChangeArrowheads="1"/>
          </ns0:cNvSpPr>
          <ns0:nvPr>
            <ns0:ph type="title"/>
          </ns0:nvPr>
        </ns0:nvSpPr>
        <ns0:spPr>
          <a:xfrm>
            <a:off x="339090" y="0"/>
            <a:ext cx="10076815" cy="836930"/>
          </a:xfrm>
        </ns0:spPr>
        <ns0:txBody>
          <a:bodyPr/>
          <a:lstStyle/>
          <a:p>
            <a:r>
              <a:rPr sz="18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说明页标题</a:t>
            </a:r>
            <a:endParaRPr lang="zh-CN" altLang="en-US" dirty="0">
              <a:solidFill>
                <a:schemeClr val="tx1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2" name="矩形 1"/>
          <ns0:cNvSpPr/>
          <ns0:nvPr/>
        </ns0:nvSpPr>
        <ns0:spPr>
          <a:xfrm>
            <a:off x="1127760" y="1700530"/>
            <a:ext cx="9432925" cy="4084320"/>
          </a:xfrm>
          <a:prstGeom prst="rect">
            <a:avLst/>
          </a:prstGeom>
        </ns0:spPr>
        <ns0:txBody>
          <a:bodyPr wrap="square">
            <a:noAutofit/>
          </a:bodyPr>
          <a:lstStyle/>
          <a:p>
            <a:pPr algn="just">
              <a:lnSpc>
                <a:spcPts val="4000"/>
              </a:lnSpc>
              <a:spcAft>
                <a:spcPts val="0"/>
              </a:spcAft>
            </a:pPr>
            <a:r>
              <a:rPr sz="12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说明：
（1）第一种情况或推荐方案。
（2）第二种情况或备选方案。
最后用一句话说明后续页面安排。</a:t>
            </a:r>
          </a:p>
        </ns0:txBody>
      </ns0:sp>
    </ns0:spTree>
    <ns0:custDataLst>
      <ns0:tags ns2:id="rId1"/>
    </ns0:custDataLst>
  </ns0:cSld>
  <ns0:clrMapOvr>
    <a:masterClrMapping/>
  </ns0:clrMapOvr>
</ns0:sld>
</file>

<file path=ppt/slides/slide7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18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问题说明页标题</a:t>
            </a:r>
          </a:p>
        </ns0:txBody>
      </ns0:sp>
      <ns0:sp>
        <ns0:nvSpPr>
          <ns0:cNvPr id="10" name="矩形 9"/>
          <ns0:cNvSpPr/>
          <ns0:nvPr/>
        </ns0:nvSpPr>
        <ns0:spPr>
          <a:xfrm>
            <a:off x="335280" y="949960"/>
            <a:ext cx="11761470" cy="810260"/>
          </a:xfrm>
          <a:prstGeom prst="rect">
            <a:avLst/>
          </a:prstGeom>
        </ns0:spPr>
        <ns0:txBody>
          <a:bodyPr wrap="square">
            <a:sp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Blip>
                <a:blip ns2:embed="rId3"/>
              </a:buBlip>
            </a:pPr>
            <a:r>
              <a:rPr sz="12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问题：一句话描述现象。
原因：说明判断依据。
解决：给出明确处理步骤。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3" name="右箭头 2"/>
          <ns0:cNvSpPr/>
          <ns0:nvPr/>
        </ns0:nvSpPr>
        <ns0:spPr>
          <a:xfrm>
            <a:off x="4900000" y="3493847"/>
            <a:ext cx="686435" cy="401955"/>
          </a:xfrm>
          <a:prstGeom prst="rightArrow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ns0:spPr>
        <ns0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1" name="Rectangle 10"/>
          <ns0:cNvSpPr/>
          <ns0:nvPr/>
        </ns0:nvSpPr>
        <ns0:spPr>
          <a:xfrm>
            <a:off x="983433" y="1844824"/>
            <a:ext cx="3600000" cy="3700000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  <ns0:sp>
        <ns0:nvSpPr>
          <ns0:cNvPr id="12" name="Rectangle 11"/>
          <ns0:cNvSpPr/>
          <ns0:nvPr/>
        </ns0:nvSpPr>
        <ns0:spPr>
          <a:xfrm>
            <a:off x="5900000" y="1844824"/>
            <a:ext cx="3600000" cy="3700000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</ns0:spTree>
  </ns0:cSld>
  <ns0:clrMapOvr>
    <a:masterClrMapping/>
  </ns0:clrMapOvr>
</ns0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TEM_CNT" val="6"/>
</p:tagLst>
</file>

<file path=ppt/theme/theme1.xml><?xml version="1.0" encoding="utf-8"?>
<a:theme xmlns:a="http://schemas.openxmlformats.org/drawingml/2006/main" xmlns:ns1="http://schemas.microsoft.com/office/thememl/2012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ns1:themeFamily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xmlns:ns1="http://schemas.microsoft.com/office/thememl/2012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ns1:themeFamily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xmlns:ns1="http://schemas.microsoft.com/office/thememl/2012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ns1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Company>Inspur</Company>
  <LinksUpToDate>false</LinksUpToDate>
  <SharedDoc>false</SharedDoc>
  <HyperlinksChanged>false</HyperlinksChanged>
  <AppVersion>16.0000</AppVersion>
  <HeadingPairs>
    <vt:vector size="2" baseType="variant">
      <vt:variant>
        <vt:lpstr>幻灯片标题</vt:lpstr>
      </vt:variant>
      <vt:variant>
        <vt:i4>7</vt:i4>
      </vt:variant>
    </vt:vector>
  </HeadingPairs>
  <TitlesOfParts>
    <vt:vector size="7" baseType="lpstr">
      <vt:lpstr>Cover</vt:lpstr>
      <vt:lpstr>Section Divider</vt:lpstr>
      <vt:lpstr>Text Page</vt:lpstr>
      <vt:lpstr>Comparison Table</vt:lpstr>
      <vt:lpstr>Screenshot Steps</vt:lpstr>
      <vt:lpstr>Choice Page</vt:lpstr>
      <vt:lpstr>Problem Solution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Shen Mamba (申凯)-山东区</cp:lastModifiedBy>
  <cp:revision>3010</cp:revision>
  <dcterms:created xsi:type="dcterms:W3CDTF">2005-10-07T03:09:00Z</dcterms:created>
  <dcterms:modified xsi:type="dcterms:W3CDTF">2026-04-29T02:48:02Z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