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ns3="http://schemas.microsoft.com/office/powerpoint/2012/main" xmlns:p="http://schemas.openxmlformats.org/presentationml/2006/main" xmlns:r="http://schemas.openxmlformats.org/officeDocument/2006/relationships" firstSlideNum="0">
  <p:sldMasterIdLst>
    <p:sldMasterId id="2147483648" r:id="rId1"/>
    <p:sldMasterId id="2147483661" r:id="rId2"/>
  </p:sldMasterIdLst>
  <p:handoutMasterIdLst>
    <p:handoutMasterId r:id="rId58"/>
  </p:handoutMasterIdLst>
  <p:sldIdLst>
    <p:sldId id="595" r:id="rId3"/>
    <p:sldId id="759" r:id="rId4"/>
    <p:sldId id="760" r:id="rId5"/>
    <p:sldId id="838" r:id="rId6"/>
    <p:sldId id="834" r:id="rId9"/>
    <p:sldId id="782" r:id="rId16"/>
    <p:sldId id="809" r:id="rId43"/>
  </p:sldIdLst>
  <p:sldSz cx="12192000" cy="6858000"/>
  <p:notesSz cx="6858000" cy="9144000"/>
  <p:custDataLst>
    <p:tags r:id="rId59"/>
  </p:custDataLst>
  <p:defaultTextStyle>
    <a:defPPr>
      <a:defRPr lang="zh-CN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Microsoft YaHei"/>
        <a:ea typeface="微软雅黑"/>
        <a:cs typeface="Microsoft YaHei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Microsoft YaHei"/>
        <a:ea typeface="微软雅黑"/>
        <a:cs typeface="Microsoft YaHei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Microsoft YaHei"/>
        <a:ea typeface="微软雅黑"/>
        <a:cs typeface="Microsoft YaHei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Microsoft YaHei"/>
        <a:ea typeface="微软雅黑"/>
        <a:cs typeface="Microsoft YaHei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Microsoft YaHei"/>
        <a:ea typeface="微软雅黑"/>
        <a:cs typeface="Microsoft YaHei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Microsoft YaHei"/>
        <a:ea typeface="微软雅黑"/>
        <a:cs typeface="Microsoft YaHei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Microsoft YaHei"/>
        <a:ea typeface="微软雅黑"/>
        <a:cs typeface="Microsoft YaHei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Microsoft YaHei"/>
        <a:ea typeface="微软雅黑"/>
        <a:cs typeface="Microsoft YaHei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Microsoft YaHei"/>
        <a:ea typeface="微软雅黑"/>
        <a:cs typeface="Microsoft YaHei"/>
      </a:defRPr>
    </a:lvl9pPr>
  </p:defaultTextStyle>
  <p:extLst>
    <p:ext uri="{EFAFB233-063F-42B5-8137-9DF3F51BA10A}">
      <ns3:sldGuideLst>
        <ns3:guide id="1" orient="horz" pos="3264" userDrawn="1">
          <ns3:clr>
            <a:srgbClr val="A4A3A4"/>
          </ns3:clr>
        </ns3:guide>
        <ns3:guide id="2" orient="horz" pos="929" userDrawn="1">
          <ns3:clr>
            <a:srgbClr val="A4A3A4"/>
          </ns3:clr>
        </ns3:guide>
        <ns3:guide id="3" orient="horz" pos="2889" userDrawn="1">
          <ns3:clr>
            <a:srgbClr val="A4A3A4"/>
          </ns3:clr>
        </ns3:guide>
        <ns3:guide id="4" pos="1884" userDrawn="1">
          <ns3:clr>
            <a:srgbClr val="A4A3A4"/>
          </ns3:clr>
        </ns3:guide>
        <ns3:guide id="5" pos="2463" userDrawn="1">
          <ns3:clr>
            <a:srgbClr val="A4A3A4"/>
          </ns3:clr>
        </ns3:guide>
        <ns3:guide id="6" pos="3477" userDrawn="1">
          <ns3:clr>
            <a:srgbClr val="A4A3A4"/>
          </ns3:clr>
        </ns3:guide>
      </ns3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iubin_yx" initials="l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003399"/>
    <a:srgbClr val="213261"/>
    <a:srgbClr val="FF9999"/>
    <a:srgbClr val="FF7C80"/>
    <a:srgbClr val="0062AC"/>
    <a:srgbClr val="00518E"/>
    <a:srgbClr val="0033CC"/>
    <a:srgbClr val="0066FF"/>
    <a:srgbClr val="3F5FB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1E4AEA4-8DFA-4A89-87EB-49C32662AFE0}"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569" autoAdjust="0"/>
    <p:restoredTop sz="88296" autoAdjust="0"/>
  </p:normalViewPr>
  <p:slideViewPr>
    <p:cSldViewPr showGuides="1">
      <p:cViewPr varScale="1">
        <p:scale>
          <a:sx n="122" d="100"/>
          <a:sy n="122" d="100"/>
        </p:scale>
        <p:origin x="562" y="82"/>
      </p:cViewPr>
      <p:guideLst>
        <p:guide orient="horz" pos="3264"/>
        <p:guide orient="horz" pos="929"/>
        <p:guide orient="horz" pos="2889"/>
        <p:guide pos="1884"/>
        <p:guide pos="2463"/>
        <p:guide pos="3477"/>
      </p:guideLst>
    </p:cSldViewPr>
  </p:slid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9" Type="http://schemas.openxmlformats.org/officeDocument/2006/relationships/slide" Target="slides/slide5.xml"/><Relationship Id="rId16" Type="http://schemas.openxmlformats.org/officeDocument/2006/relationships/slide" Target="slides/slide6.xml"/><Relationship Id="rId43" Type="http://schemas.openxmlformats.org/officeDocument/2006/relationships/slide" Target="slides/slide7.xml"/><Relationship Id="rId58" Type="http://schemas.openxmlformats.org/officeDocument/2006/relationships/handoutMaster" Target="handoutMasters/handoutMaster1.xml"/><Relationship Id="rId59" Type="http://schemas.openxmlformats.org/officeDocument/2006/relationships/tags" Target="tags/tag1.xml"/><Relationship Id="rId60" Type="http://schemas.openxmlformats.org/officeDocument/2006/relationships/commentAuthors" Target="commentAuthors.xml"/><Relationship Id="rId61" Type="http://schemas.openxmlformats.org/officeDocument/2006/relationships/presProps" Target="presProps.xml"/><Relationship Id="rId62" Type="http://schemas.openxmlformats.org/officeDocument/2006/relationships/viewProps" Target="viewProps.xml"/><Relationship Id="rId63" Type="http://schemas.openxmlformats.org/officeDocument/2006/relationships/theme" Target="theme/theme1.xml"/><Relationship Id="rId64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>
              <a:defRPr sz="1200"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>
              <a:defRPr sz="1200"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>
              <a:defRPr/>
            </a:pPr>
            <a:fld id="{470563E6-95EB-4370-8635-C2BF33E7666D}" type="datetime1">
              <a:rPr lang="zh-CN" altLang="en-US"/>
              <a:t>2026/4/29</a:t>
            </a:fld>
            <a:endParaRPr lang="en-US" altLang="zh-CN"/>
          </a:p>
        </p:txBody>
      </p:sp>
      <p:sp>
        <p:nvSpPr>
          <p:cNvPr id="17412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b" anchorCtr="0" compatLnSpc="1"/>
          <a:lstStyle>
            <a:lvl1pPr>
              <a:defRPr sz="1200"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7413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b" anchorCtr="0" compatLnSpc="1"/>
          <a:lstStyle>
            <a:lvl1pPr algn="r">
              <a:defRPr sz="1200"/>
            </a:lvl1pPr>
          </a:lstStyle>
          <a:p>
            <a:fld id="{F1B02628-D6A3-4668-A545-97CB7E1F0FFE}" type="slidenum">
              <a:rPr lang="en-US" altLang="zh-CN"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ns0:sldLayout xmlns:a="http://schemas.openxmlformats.org/drawingml/2006/main" xmlns:ns0="http://schemas.openxmlformats.org/presentationml/2006/main" xmlns:ns2="http://schemas.openxmlformats.org/officeDocument/2006/relationships" xmlns:ns3="http://schemas.microsoft.com/office/drawing/2010/main" showMasterSp="0" preserve="1" userDrawn="1">
  <ns0:cSld name="标题幻灯片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3" name="Rectangle 18"/>
          <ns0:cNvSpPr>
            <a:spLocks noChangeArrowheads="1"/>
          </ns0:cNvSpPr>
          <ns0:nvPr userDrawn="1"/>
        </ns0:nvSpPr>
        <ns0:spPr bwMode="auto">
          <a:xfrm>
            <a:off x="-2118" y="1584325"/>
            <a:ext cx="12194118" cy="3644875"/>
          </a:xfrm>
          <a:prstGeom prst="rect">
            <a:avLst/>
          </a:prstGeom>
          <a:solidFill>
            <a:srgbClr val="C0C0C0"/>
          </a:solidFill>
          <a:ln w="9525">
            <a:noFill/>
            <a:miter lim="800000"/>
          </a:ln>
          <a:effectLst/>
        </ns0:spPr>
        <ns0:txBody>
          <a:bodyPr wrap="none" anchor="ctr"/>
          <a:lstStyle/>
          <a:p>
            <a:pPr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latin typeface="Microsoft YaHei"/>
              <a:ea typeface="微软雅黑"/>
              <a:cs typeface="Microsoft YaHei"/>
            </a:endParaRPr>
          </a:p>
        </ns0:txBody>
      </ns0:sp>
      <ns0:sp>
        <ns0:nvSpPr>
          <ns0:cNvPr id="6" name="Rectangle 11"/>
          <ns0:cNvSpPr>
            <a:spLocks noChangeArrowheads="1"/>
          </ns0:cNvSpPr>
          <ns0:nvPr userDrawn="1"/>
        </ns0:nvSpPr>
        <ns0:spPr bwMode="auto">
          <a:xfrm>
            <a:off x="0" y="0"/>
            <a:ext cx="12198351" cy="1584325"/>
          </a:xfrm>
          <a:prstGeom prst="rect">
            <a:avLst/>
          </a:prstGeom>
          <a:solidFill>
            <a:srgbClr val="0062AC"/>
          </a:solidFill>
          <a:ln w="9525">
            <a:noFill/>
            <a:miter lim="800000"/>
          </a:ln>
          <a:effectLst/>
        </ns0:spPr>
        <ns0:txBody>
          <a:bodyPr wrap="none" anchor="ctr"/>
          <a:lstStyle/>
          <a:p>
            <a:pPr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latin typeface="Microsoft YaHei"/>
              <a:ea typeface="微软雅黑"/>
              <a:cs typeface="Microsoft YaHei"/>
            </a:endParaRPr>
          </a:p>
        </ns0:txBody>
      </ns0:sp>
      <ns0:pic>
        <ns0:nvPicPr>
          <ns0:cNvPr id="8" name="Picture 2" descr="D:\快盘\130425PPT模板与规范\标志-蓝.png"/>
          <ns0:cNvPicPr>
            <a:picLocks noChangeAspect="1" noChangeArrowheads="1"/>
          </ns0:cNvPicPr>
          <ns0:nvPr userDrawn="1"/>
        </ns0:nvPicPr>
        <ns0:blipFill>
          <a:blip ns2:embed="rId2">
            <a:extLst>
              <a:ext uri="{28A0092B-C50C-407E-A947-70E740481C1C}">
                <ns3:useLocalDpi val="0"/>
              </a:ext>
            </a:extLst>
          </a:blip>
          <a:srcRect/>
          <a:stretch>
            <a:fillRect/>
          </a:stretch>
        </ns0:blipFill>
        <ns0:spPr bwMode="auto">
          <a:xfrm>
            <a:off x="7056967" y="5516563"/>
            <a:ext cx="4578351" cy="6080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ns3:hiddenFill>
                <a:solidFill>
                  <a:srgbClr val="FFFFFF"/>
                </a:solidFill>
              </ns3:hiddenFill>
            </a:ext>
            <a:ext uri="{91240B29-F687-4F45-9708-019B960494DF}">
              <ns3:hiddenLine w="9525">
                <a:solidFill>
                  <a:srgbClr val="000000"/>
                </a:solidFill>
                <a:miter lim="800000"/>
                <a:headEnd/>
                <a:tailEnd/>
              </ns3:hiddenLine>
            </a:ext>
          </a:extLst>
        </ns0:spPr>
      </ns0:pic>
      <ns0:sp>
        <ns0:nvSpPr>
          <ns0:cNvPr id="10243" name="Rectangle 3"/>
          <ns0:cNvSpPr>
            <a:spLocks noGrp="1" noChangeArrowheads="1"/>
          </ns0:cNvSpPr>
          <ns0:nvPr>
            <ns0:ph type="subTitle" idx="1"/>
          </ns0:nvPr>
        </ns0:nvSpPr>
        <ns0:spPr>
          <a:xfrm>
            <a:off x="3310799" y="2060575"/>
            <a:ext cx="8161535" cy="1223963"/>
          </a:xfrm>
        </ns0:spPr>
        <ns0:txBody>
          <a:bodyPr lIns="91440"/>
          <a:lstStyle>
            <a:lvl1pPr marL="0" indent="0">
              <a:buFontTx/>
              <a:buNone/>
              <a:defRPr sz="4000" b="1">
                <a:solidFill>
                  <a:srgbClr val="0062AC"/>
                </a:solidFill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单击此处编辑母版副标题样式</a:t>
            </a:r>
            <a:endParaRPr lang="en-US" altLang="zh-CN" dirty="0">
              <a:latin typeface="Microsoft YaHei"/>
              <a:ea typeface="微软雅黑"/>
              <a:cs typeface="Microsoft YaHei"/>
            </a:endParaRPr>
          </a:p>
        </ns0:txBody>
      </ns0:sp>
    </ns0:spTree>
  </ns0:cSld>
  <ns0:clrMapOvr>
    <a:masterClrMapping/>
  </ns0:clrMapOvr>
</ns0:sldLayout>
</file>

<file path=ppt/slideLayouts/slideLayout2.xml><?xml version="1.0" encoding="utf-8"?>
<ns0:sldLayout xmlns:a="http://schemas.openxmlformats.org/drawingml/2006/main" xmlns:ns0="http://schemas.openxmlformats.org/presentationml/2006/main" type="obj" preserve="1">
  <ns0:cSld name="标题和内容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>
          <a:xfrm>
            <a:off x="334507" y="0"/>
            <a:ext cx="11520944" cy="836613"/>
          </a:xfrm>
        </ns0:spPr>
        <ns0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3" name="内容占位符 2"/>
          <ns0:cNvSpPr>
            <a:spLocks noGrp="1"/>
          </ns0:cNvSpPr>
          <ns0:nvPr>
            <ns0:ph idx="1"/>
          </ns0:nvPr>
        </ns0:nvSpPr>
        <ns0:spPr>
          <a:xfrm>
            <a:off x="334435" y="1052737"/>
            <a:ext cx="11523133" cy="5329014"/>
          </a:xfrm>
        </ns0:spPr>
        <ns0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  <a:lvl2pPr>
              <a:defRPr>
                <a:latin typeface="Microsoft YaHei"/>
                <a:ea typeface="微软雅黑"/>
                <a:cs typeface="Microsoft YaHei"/>
              </a:defRPr>
            </a:lvl2pPr>
            <a:lvl3pPr>
              <a:defRPr>
                <a:latin typeface="Microsoft YaHei"/>
                <a:ea typeface="微软雅黑"/>
                <a:cs typeface="Microsoft YaHei"/>
              </a:defRPr>
            </a:lvl3pPr>
            <a:lvl4pPr>
              <a:defRPr>
                <a:latin typeface="Microsoft YaHei"/>
                <a:ea typeface="微软雅黑"/>
                <a:cs typeface="Microsoft YaHei"/>
              </a:defRPr>
            </a:lvl4pPr>
            <a:lvl5pPr>
              <a:defRPr>
                <a:latin typeface="Microsoft YaHei"/>
                <a:ea typeface="微软雅黑"/>
                <a:cs typeface="Microsoft YaHei"/>
              </a:defRPr>
            </a:lvl5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ns0:txBody>
      </ns0:sp>
    </ns0:spTree>
  </ns0:cSld>
  <ns0:clrMapOvr>
    <a:masterClrMapping/>
  </ns0:clrMapOvr>
</ns0:sldLayout>
</file>

<file path=ppt/slideLayouts/slideLayout3.xml><?xml version="1.0" encoding="utf-8"?>
<ns0:sldLayout xmlns:a="http://schemas.openxmlformats.org/drawingml/2006/main" xmlns:ns0="http://schemas.openxmlformats.org/presentationml/2006/main" type="secHead" preserve="1">
  <ns0:cSld name="节标题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>
          <a:xfrm>
            <a:off x="963084" y="4406900"/>
            <a:ext cx="10363200" cy="1362075"/>
          </a:xfrm>
        </ns0:spPr>
        <ns0:txBody>
          <a:bodyPr anchor="t"/>
          <a:lstStyle>
            <a:lvl1pPr algn="l">
              <a:defRPr sz="4000" b="1" cap="all"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3" name="文本占位符 2"/>
          <ns0:cNvSpPr>
            <a:spLocks noGrp="1"/>
          </ns0:cNvSpPr>
          <ns0:nvPr>
            <ns0:ph type="body" idx="1"/>
          </ns0:nvPr>
        </ns0:nvSpPr>
        <ns0:spPr>
          <a:xfrm>
            <a:off x="963084" y="2906713"/>
            <a:ext cx="10363200" cy="1500187"/>
          </a:xfrm>
        </ns0:spPr>
        <ns0:txBody>
          <a:bodyPr anchor="b"/>
          <a:lstStyle>
            <a:lvl1pPr marL="0" indent="0">
              <a:buNone/>
              <a:defRPr sz="2000"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1800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600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1400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1400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1400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1400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1400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14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ns0:txBody>
      </ns0:sp>
    </ns0:spTree>
  </ns0:cSld>
  <ns0:clrMapOvr>
    <a:masterClrMapping/>
  </ns0:clrMapOvr>
</ns0:sldLayout>
</file>

<file path=ppt/slideLayouts/slideLayout4.xml><?xml version="1.0" encoding="utf-8"?>
<ns0:sldLayout xmlns:a="http://schemas.openxmlformats.org/drawingml/2006/main" xmlns:ns0="http://schemas.openxmlformats.org/presentationml/2006/main" type="twoObj" preserve="1">
  <ns0:cSld name="两栏内容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>
          <a:xfrm>
            <a:off x="334433" y="0"/>
            <a:ext cx="11521017" cy="836613"/>
          </a:xfrm>
        </ns0:spPr>
        <ns0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3" name="内容占位符 2"/>
          <ns0:cNvSpPr>
            <a:spLocks noGrp="1"/>
          </ns0:cNvSpPr>
          <ns0:nvPr>
            <ns0:ph sz="half" idx="1"/>
          </ns0:nvPr>
        </ns0:nvSpPr>
        <ns0:spPr>
          <a:xfrm>
            <a:off x="334433" y="1052514"/>
            <a:ext cx="5665556" cy="5328814"/>
          </a:xfrm>
        </ns0:spPr>
        <ns0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2000">
                <a:latin typeface="Microsoft YaHei"/>
                <a:ea typeface="微软雅黑"/>
                <a:cs typeface="Microsoft YaHei"/>
              </a:defRPr>
            </a:lvl3pPr>
            <a:lvl4pPr>
              <a:defRPr sz="2000">
                <a:latin typeface="Microsoft YaHei"/>
                <a:ea typeface="微软雅黑"/>
                <a:cs typeface="Microsoft YaHei"/>
              </a:defRPr>
            </a:lvl4pPr>
            <a:lvl5pPr>
              <a:defRPr sz="2000">
                <a:latin typeface="Microsoft YaHei"/>
                <a:ea typeface="微软雅黑"/>
                <a:cs typeface="Microsoft YaHei"/>
              </a:defRPr>
            </a:lvl5pPr>
            <a:lvl6pPr>
              <a:defRPr sz="1800">
                <a:latin typeface="Microsoft YaHei"/>
                <a:ea typeface="微软雅黑"/>
                <a:cs typeface="Microsoft YaHei"/>
              </a:defRPr>
            </a:lvl6pPr>
            <a:lvl7pPr>
              <a:defRPr sz="1800">
                <a:latin typeface="Microsoft YaHei"/>
                <a:ea typeface="微软雅黑"/>
                <a:cs typeface="Microsoft YaHei"/>
              </a:defRPr>
            </a:lvl7pPr>
            <a:lvl8pPr>
              <a:defRPr sz="1800">
                <a:latin typeface="Microsoft YaHei"/>
                <a:ea typeface="微软雅黑"/>
                <a:cs typeface="Microsoft YaHei"/>
              </a:defRPr>
            </a:lvl8pPr>
            <a:lvl9pPr>
              <a:defRPr sz="18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ns0:txBody>
      </ns0:sp>
      <ns0:sp>
        <ns0:nvSpPr>
          <ns0:cNvPr id="4" name="内容占位符 3"/>
          <ns0:cNvSpPr>
            <a:spLocks noGrp="1"/>
          </ns0:cNvSpPr>
          <ns0:nvPr>
            <ns0:ph sz="half" idx="2"/>
          </ns0:nvPr>
        </ns0:nvSpPr>
        <ns0:spPr>
          <a:xfrm>
            <a:off x="6192011" y="1052514"/>
            <a:ext cx="5664629" cy="5328814"/>
          </a:xfrm>
        </ns0:spPr>
        <ns0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2000">
                <a:latin typeface="Microsoft YaHei"/>
                <a:ea typeface="微软雅黑"/>
                <a:cs typeface="Microsoft YaHei"/>
              </a:defRPr>
            </a:lvl3pPr>
            <a:lvl4pPr>
              <a:defRPr sz="2000">
                <a:latin typeface="Microsoft YaHei"/>
                <a:ea typeface="微软雅黑"/>
                <a:cs typeface="Microsoft YaHei"/>
              </a:defRPr>
            </a:lvl4pPr>
            <a:lvl5pPr>
              <a:defRPr sz="2000">
                <a:latin typeface="Microsoft YaHei"/>
                <a:ea typeface="微软雅黑"/>
                <a:cs typeface="Microsoft YaHei"/>
              </a:defRPr>
            </a:lvl5pPr>
            <a:lvl6pPr>
              <a:defRPr sz="1800">
                <a:latin typeface="Microsoft YaHei"/>
                <a:ea typeface="微软雅黑"/>
                <a:cs typeface="Microsoft YaHei"/>
              </a:defRPr>
            </a:lvl6pPr>
            <a:lvl7pPr>
              <a:defRPr sz="1800">
                <a:latin typeface="Microsoft YaHei"/>
                <a:ea typeface="微软雅黑"/>
                <a:cs typeface="Microsoft YaHei"/>
              </a:defRPr>
            </a:lvl7pPr>
            <a:lvl8pPr>
              <a:defRPr sz="1800">
                <a:latin typeface="Microsoft YaHei"/>
                <a:ea typeface="微软雅黑"/>
                <a:cs typeface="Microsoft YaHei"/>
              </a:defRPr>
            </a:lvl8pPr>
            <a:lvl9pPr>
              <a:defRPr sz="18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ns0:txBody>
      </ns0:sp>
    </ns0:spTree>
  </ns0:cSld>
  <ns0:clrMapOvr>
    <a:masterClrMapping/>
  </ns0:clrMapOvr>
</ns0:sldLayout>
</file>

<file path=ppt/slideLayouts/slideLayout5.xml><?xml version="1.0" encoding="utf-8"?>
<ns0:sldLayout xmlns:a="http://schemas.openxmlformats.org/drawingml/2006/main" xmlns:ns0="http://schemas.openxmlformats.org/presentationml/2006/main" type="twoTxTwoObj" preserve="1">
  <ns0:cSld name="比较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>
          <a:xfrm>
            <a:off x="334433" y="0"/>
            <a:ext cx="11522207" cy="836613"/>
          </a:xfrm>
        </ns0:spPr>
        <ns0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3" name="文本占位符 2"/>
          <ns0:cNvSpPr>
            <a:spLocks noGrp="1"/>
          </ns0:cNvSpPr>
          <ns0:nvPr>
            <ns0:ph type="body" idx="1"/>
          </ns0:nvPr>
        </ns0:nvSpPr>
        <ns0:spPr>
          <a:xfrm>
            <a:off x="334433" y="1052736"/>
            <a:ext cx="5569545" cy="639762"/>
          </a:xfrm>
        </ns0:spPr>
        <ns0:txBody>
          <a:bodyPr anchor="b"/>
          <a:lstStyle>
            <a:lvl1pPr marL="0" indent="0">
              <a:buNone/>
              <a:defRPr sz="2400" b="1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2000" b="1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800" b="1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ns0:txBody>
      </ns0:sp>
      <ns0:sp>
        <ns0:nvSpPr>
          <ns0:cNvPr id="4" name="内容占位符 3"/>
          <ns0:cNvSpPr>
            <a:spLocks noGrp="1"/>
          </ns0:cNvSpPr>
          <ns0:nvPr>
            <ns0:ph sz="half" idx="2"/>
          </ns0:nvPr>
        </ns0:nvSpPr>
        <ns0:spPr>
          <a:xfrm>
            <a:off x="334433" y="1772816"/>
            <a:ext cx="5569545" cy="4608512"/>
          </a:xfrm>
        </ns0:spPr>
        <ns0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1800">
                <a:latin typeface="Microsoft YaHei"/>
                <a:ea typeface="微软雅黑"/>
                <a:cs typeface="Microsoft YaHei"/>
              </a:defRPr>
            </a:lvl3pPr>
            <a:lvl4pPr>
              <a:defRPr sz="1600">
                <a:latin typeface="Microsoft YaHei"/>
                <a:ea typeface="微软雅黑"/>
                <a:cs typeface="Microsoft YaHei"/>
              </a:defRPr>
            </a:lvl4pPr>
            <a:lvl5pPr>
              <a:defRPr sz="1600">
                <a:latin typeface="Microsoft YaHei"/>
                <a:ea typeface="微软雅黑"/>
                <a:cs typeface="Microsoft YaHei"/>
              </a:defRPr>
            </a:lvl5pPr>
            <a:lvl6pPr>
              <a:defRPr sz="1600">
                <a:latin typeface="Microsoft YaHei"/>
                <a:ea typeface="微软雅黑"/>
                <a:cs typeface="Microsoft YaHei"/>
              </a:defRPr>
            </a:lvl6pPr>
            <a:lvl7pPr>
              <a:defRPr sz="1600">
                <a:latin typeface="Microsoft YaHei"/>
                <a:ea typeface="微软雅黑"/>
                <a:cs typeface="Microsoft YaHei"/>
              </a:defRPr>
            </a:lvl7pPr>
            <a:lvl8pPr>
              <a:defRPr sz="1600">
                <a:latin typeface="Microsoft YaHei"/>
                <a:ea typeface="微软雅黑"/>
                <a:cs typeface="Microsoft YaHei"/>
              </a:defRPr>
            </a:lvl8pPr>
            <a:lvl9pPr>
              <a:defRPr sz="16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ns0:txBody>
      </ns0:sp>
      <ns0:sp>
        <ns0:nvSpPr>
          <ns0:cNvPr id="5" name="文本占位符 4"/>
          <ns0:cNvSpPr>
            <a:spLocks noGrp="1"/>
          </ns0:cNvSpPr>
          <ns0:nvPr>
            <ns0:ph type="body" sz="quarter" idx="3"/>
          </ns0:nvPr>
        </ns0:nvSpPr>
        <ns0:spPr>
          <a:xfrm>
            <a:off x="6096000" y="1052736"/>
            <a:ext cx="5760641" cy="639762"/>
          </a:xfrm>
        </ns0:spPr>
        <ns0:txBody>
          <a:bodyPr anchor="b"/>
          <a:lstStyle>
            <a:lvl1pPr marL="0" indent="0">
              <a:buNone/>
              <a:defRPr sz="2400" b="1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2000" b="1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800" b="1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ns0:txBody>
      </ns0:sp>
      <ns0:sp>
        <ns0:nvSpPr>
          <ns0:cNvPr id="6" name="内容占位符 5"/>
          <ns0:cNvSpPr>
            <a:spLocks noGrp="1"/>
          </ns0:cNvSpPr>
          <ns0:nvPr>
            <ns0:ph sz="quarter" idx="4"/>
          </ns0:nvPr>
        </ns0:nvSpPr>
        <ns0:spPr>
          <a:xfrm>
            <a:off x="6096000" y="1772816"/>
            <a:ext cx="5760641" cy="4608512"/>
          </a:xfrm>
        </ns0:spPr>
        <ns0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1800">
                <a:latin typeface="Microsoft YaHei"/>
                <a:ea typeface="微软雅黑"/>
                <a:cs typeface="Microsoft YaHei"/>
              </a:defRPr>
            </a:lvl3pPr>
            <a:lvl4pPr>
              <a:defRPr sz="1600">
                <a:latin typeface="Microsoft YaHei"/>
                <a:ea typeface="微软雅黑"/>
                <a:cs typeface="Microsoft YaHei"/>
              </a:defRPr>
            </a:lvl4pPr>
            <a:lvl5pPr>
              <a:defRPr sz="1600">
                <a:latin typeface="Microsoft YaHei"/>
                <a:ea typeface="微软雅黑"/>
                <a:cs typeface="Microsoft YaHei"/>
              </a:defRPr>
            </a:lvl5pPr>
            <a:lvl6pPr>
              <a:defRPr sz="1600">
                <a:latin typeface="Microsoft YaHei"/>
                <a:ea typeface="微软雅黑"/>
                <a:cs typeface="Microsoft YaHei"/>
              </a:defRPr>
            </a:lvl6pPr>
            <a:lvl7pPr>
              <a:defRPr sz="1600">
                <a:latin typeface="Microsoft YaHei"/>
                <a:ea typeface="微软雅黑"/>
                <a:cs typeface="Microsoft YaHei"/>
              </a:defRPr>
            </a:lvl7pPr>
            <a:lvl8pPr>
              <a:defRPr sz="1600">
                <a:latin typeface="Microsoft YaHei"/>
                <a:ea typeface="微软雅黑"/>
                <a:cs typeface="Microsoft YaHei"/>
              </a:defRPr>
            </a:lvl8pPr>
            <a:lvl9pPr>
              <a:defRPr sz="16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ns0:txBody>
      </ns0:sp>
    </ns0:spTree>
  </ns0:cSld>
  <ns0:clrMapOvr>
    <a:masterClrMapping/>
  </ns0:clrMapOvr>
</ns0:sldLayout>
</file>

<file path=ppt/slideLayouts/slideLayout6.xml><?xml version="1.0" encoding="utf-8"?>
<ns0:sldLayout xmlns:a="http://schemas.openxmlformats.org/drawingml/2006/main" xmlns:ns0="http://schemas.openxmlformats.org/presentationml/2006/main" type="titleOnly" preserve="1">
  <ns0:cSld name="仅标题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>
          <a:xfrm>
            <a:off x="334433" y="0"/>
            <a:ext cx="11520036" cy="836613"/>
          </a:xfrm>
        </ns0:spPr>
        <ns0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</ns0:spTree>
  </ns0:cSld>
  <ns0:clrMapOvr>
    <a:masterClrMapping/>
  </ns0:clrMapOvr>
</ns0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ns0:sldLayout xmlns:a="http://schemas.openxmlformats.org/drawingml/2006/main" xmlns:ns0="http://schemas.openxmlformats.org/presentationml/2006/main" type="objTx" preserve="1">
  <ns0:cSld name="内容与标题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>
          <a:xfrm>
            <a:off x="334433" y="0"/>
            <a:ext cx="11523135" cy="836613"/>
          </a:xfrm>
        </ns0:spPr>
        <ns0:txBody>
          <a:bodyPr/>
          <a:lstStyle>
            <a:lvl1pPr algn="l">
              <a:defRPr sz="3200" b="1"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3" name="内容占位符 2"/>
          <ns0:cNvSpPr>
            <a:spLocks noGrp="1"/>
          </ns0:cNvSpPr>
          <ns0:nvPr>
            <ns0:ph idx="1"/>
          </ns0:nvPr>
        </ns0:nvSpPr>
        <ns0:spPr>
          <a:xfrm>
            <a:off x="4766733" y="1052512"/>
            <a:ext cx="7089907" cy="5328815"/>
          </a:xfrm>
        </ns0:spPr>
        <ns0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2000">
                <a:latin typeface="Microsoft YaHei"/>
                <a:ea typeface="微软雅黑"/>
                <a:cs typeface="Microsoft YaHei"/>
              </a:defRPr>
            </a:lvl3pPr>
            <a:lvl4pPr>
              <a:defRPr sz="2000">
                <a:latin typeface="Microsoft YaHei"/>
                <a:ea typeface="微软雅黑"/>
                <a:cs typeface="Microsoft YaHei"/>
              </a:defRPr>
            </a:lvl4pPr>
            <a:lvl5pPr>
              <a:defRPr sz="2000">
                <a:latin typeface="Microsoft YaHei"/>
                <a:ea typeface="微软雅黑"/>
                <a:cs typeface="Microsoft YaHei"/>
              </a:defRPr>
            </a:lvl5pPr>
            <a:lvl6pPr>
              <a:defRPr sz="2000">
                <a:latin typeface="Microsoft YaHei"/>
                <a:ea typeface="微软雅黑"/>
                <a:cs typeface="Microsoft YaHei"/>
              </a:defRPr>
            </a:lvl6pPr>
            <a:lvl7pPr>
              <a:defRPr sz="2000">
                <a:latin typeface="Microsoft YaHei"/>
                <a:ea typeface="微软雅黑"/>
                <a:cs typeface="Microsoft YaHei"/>
              </a:defRPr>
            </a:lvl7pPr>
            <a:lvl8pPr>
              <a:defRPr sz="2000">
                <a:latin typeface="Microsoft YaHei"/>
                <a:ea typeface="微软雅黑"/>
                <a:cs typeface="Microsoft YaHei"/>
              </a:defRPr>
            </a:lvl8pPr>
            <a:lvl9pPr>
              <a:defRPr sz="20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ns0:txBody>
      </ns0:sp>
      <ns0:sp>
        <ns0:nvSpPr>
          <ns0:cNvPr id="4" name="文本占位符 3"/>
          <ns0:cNvSpPr>
            <a:spLocks noGrp="1"/>
          </ns0:cNvSpPr>
          <ns0:nvPr>
            <ns0:ph type="body" sz="half" idx="2"/>
          </ns0:nvPr>
        </ns0:nvSpPr>
        <ns0:spPr>
          <a:xfrm>
            <a:off x="334435" y="1052514"/>
            <a:ext cx="4286251" cy="5278156"/>
          </a:xfrm>
        </ns0:spPr>
        <ns0:txBody>
          <a:bodyPr/>
          <a:lstStyle>
            <a:lvl1pPr marL="0" indent="0">
              <a:buNone/>
              <a:defRPr sz="2000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1200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000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900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900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900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900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900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9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ns0:txBody>
      </ns0:sp>
    </ns0:spTree>
  </ns0:cSld>
  <ns0:clrMapOvr>
    <a:masterClrMapping/>
  </ns0:clrMapOvr>
</ns0:sldLayout>
</file>

<file path=ppt/slideLayouts/slideLayout9.xml><?xml version="1.0" encoding="utf-8"?>
<ns0:sldLayout xmlns:a="http://schemas.openxmlformats.org/drawingml/2006/main" xmlns:ns0="http://schemas.openxmlformats.org/presentationml/2006/main" type="picTx" preserve="1">
  <ns0:cSld name="图片与标题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>
          <a:xfrm>
            <a:off x="2389717" y="4800600"/>
            <a:ext cx="7315200" cy="566738"/>
          </a:xfrm>
        </ns0:spPr>
        <ns0:txBody>
          <a:bodyPr anchor="b"/>
          <a:lstStyle>
            <a:lvl1pPr algn="l">
              <a:defRPr sz="3200" b="1"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3" name="图片占位符 2"/>
          <ns0:cNvSpPr>
            <a:spLocks noGrp="1"/>
          </ns0:cNvSpPr>
          <ns0:nvPr>
            <ns0:ph type="pic" idx="1"/>
          </ns0:nvPr>
        </ns0:nvSpPr>
        <ns0:spPr>
          <a:xfrm>
            <a:off x="2389717" y="1052513"/>
            <a:ext cx="7315200" cy="3675062"/>
          </a:xfrm>
        </ns0:spPr>
        <ns0:txBody>
          <a:bodyPr/>
          <a:lstStyle>
            <a:lvl1pPr marL="0" indent="0">
              <a:buNone/>
              <a:defRPr sz="3200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2800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2400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2000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2000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2000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2000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2000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20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endParaRPr lang="zh-CN" altLang="en-US" noProof="0">
              <a:latin typeface="Microsoft YaHei"/>
              <a:ea typeface="微软雅黑"/>
              <a:cs typeface="Microsoft YaHei"/>
            </a:endParaRPr>
          </a:p>
        </ns0:txBody>
      </ns0:sp>
      <ns0:sp>
        <ns0:nvSpPr>
          <ns0:cNvPr id="4" name="文本占位符 3"/>
          <ns0:cNvSpPr>
            <a:spLocks noGrp="1"/>
          </ns0:cNvSpPr>
          <ns0:nvPr>
            <ns0:ph type="body" sz="half" idx="2"/>
          </ns0:nvPr>
        </ns0:nvSpPr>
        <ns0:spPr>
          <a:xfrm>
            <a:off x="2389717" y="5367338"/>
            <a:ext cx="7315200" cy="804862"/>
          </a:xfrm>
        </ns0:spPr>
        <ns0:txBody>
          <a:bodyPr/>
          <a:lstStyle>
            <a:lvl1pPr marL="0" indent="0">
              <a:buNone/>
              <a:defRPr sz="2400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1200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000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900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900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900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900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900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9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ns0:txBody>
      </ns0:sp>
    </ns0:spTree>
  </ns0:cSld>
  <ns0:clrMapOvr>
    <a:masterClrMapping/>
  </ns0:clrMapOvr>
</ns0:sldLayout>
</file>

<file path=ppt/slideLayouts/slideLayout10.xml><?xml version="1.0" encoding="utf-8"?>
<ns0:sldLayout xmlns:a="http://schemas.openxmlformats.org/drawingml/2006/main" xmlns:ns0="http://schemas.openxmlformats.org/presentationml/2006/main" type="vertTx" preserve="1">
  <ns0:cSld name="标题和竖排文字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>
          <a:xfrm>
            <a:off x="334507" y="0"/>
            <a:ext cx="11520944" cy="836613"/>
          </a:xfrm>
        </ns0:spPr>
        <ns0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3" name="竖排文字占位符 2"/>
          <ns0:cNvSpPr>
            <a:spLocks noGrp="1"/>
          </ns0:cNvSpPr>
          <ns0:nvPr>
            <ns0:ph type="body" orient="vert" idx="1"/>
          </ns0:nvPr>
        </ns0:nvSpPr>
        <ns0:spPr>
          <a:xfrm>
            <a:off x="334435" y="1052737"/>
            <a:ext cx="11523133" cy="5329014"/>
          </a:xfrm>
        </ns0:spPr>
        <ns0:txBody>
          <a:bodyPr vert="eaVert"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  <a:lvl2pPr>
              <a:defRPr>
                <a:latin typeface="Microsoft YaHei"/>
                <a:ea typeface="微软雅黑"/>
                <a:cs typeface="Microsoft YaHei"/>
              </a:defRPr>
            </a:lvl2pPr>
            <a:lvl3pPr>
              <a:defRPr>
                <a:latin typeface="Microsoft YaHei"/>
                <a:ea typeface="微软雅黑"/>
                <a:cs typeface="Microsoft YaHei"/>
              </a:defRPr>
            </a:lvl3pPr>
            <a:lvl4pPr>
              <a:defRPr>
                <a:latin typeface="Microsoft YaHei"/>
                <a:ea typeface="微软雅黑"/>
                <a:cs typeface="Microsoft YaHei"/>
              </a:defRPr>
            </a:lvl4pPr>
            <a:lvl5pPr>
              <a:defRPr>
                <a:latin typeface="Microsoft YaHei"/>
                <a:ea typeface="微软雅黑"/>
                <a:cs typeface="Microsoft YaHei"/>
              </a:defRPr>
            </a:lvl5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ns0:txBody>
      </ns0:sp>
    </ns0:spTree>
  </ns0:cSld>
  <ns0:clrMapOvr>
    <a:masterClrMapping/>
  </ns0:clrMapOvr>
</ns0:sldLayout>
</file>

<file path=ppt/slideLayouts/slideLayout11.xml><?xml version="1.0" encoding="utf-8"?>
<ns0:sldLayout xmlns:a="http://schemas.openxmlformats.org/drawingml/2006/main" xmlns:ns0="http://schemas.openxmlformats.org/presentationml/2006/main" type="vertTitleAndTx" preserve="1">
  <ns0:cSld name="垂直排列标题与文本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竖排标题 1"/>
          <ns0:cNvSpPr>
            <a:spLocks noGrp="1"/>
          </ns0:cNvSpPr>
          <ns0:nvPr>
            <ns0:ph type="title" orient="vert"/>
          </ns0:nvPr>
        </ns0:nvSpPr>
        <ns0:spPr>
          <a:xfrm>
            <a:off x="9168341" y="1052512"/>
            <a:ext cx="2667000" cy="5328815"/>
          </a:xfrm>
        </ns0:spPr>
        <ns0:txBody>
          <a:bodyPr vert="eaVert"/>
          <a:lstStyle>
            <a:lvl1pPr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3" name="竖排文字占位符 2"/>
          <ns0:cNvSpPr>
            <a:spLocks noGrp="1"/>
          </ns0:cNvSpPr>
          <ns0:nvPr>
            <ns0:ph type="body" orient="vert" idx="1"/>
          </ns0:nvPr>
        </ns0:nvSpPr>
        <ns0:spPr>
          <a:xfrm>
            <a:off x="334433" y="1052512"/>
            <a:ext cx="8737899" cy="5328815"/>
          </a:xfrm>
        </ns0:spPr>
        <ns0:txBody>
          <a:bodyPr vert="eaVert"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  <a:lvl2pPr>
              <a:defRPr>
                <a:latin typeface="Microsoft YaHei"/>
                <a:ea typeface="微软雅黑"/>
                <a:cs typeface="Microsoft YaHei"/>
              </a:defRPr>
            </a:lvl2pPr>
            <a:lvl3pPr>
              <a:defRPr>
                <a:latin typeface="Microsoft YaHei"/>
                <a:ea typeface="微软雅黑"/>
                <a:cs typeface="Microsoft YaHei"/>
              </a:defRPr>
            </a:lvl3pPr>
            <a:lvl4pPr>
              <a:defRPr>
                <a:latin typeface="Microsoft YaHei"/>
                <a:ea typeface="微软雅黑"/>
                <a:cs typeface="Microsoft YaHei"/>
              </a:defRPr>
            </a:lvl4pPr>
            <a:lvl5pPr>
              <a:defRPr>
                <a:latin typeface="Microsoft YaHei"/>
                <a:ea typeface="微软雅黑"/>
                <a:cs typeface="Microsoft YaHei"/>
              </a:defRPr>
            </a:lvl5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ns0:txBody>
      </ns0:sp>
    </ns0:spTree>
  </ns0:cSld>
  <ns0:clrMapOvr>
    <a:masterClrMapping/>
  </ns0:clrMapOvr>
</ns0:sldLayout>
</file>

<file path=ppt/slideLayouts/slideLayout12.xml><?xml version="1.0" encoding="utf-8"?>
<ns0:sldLayout xmlns:a="http://schemas.openxmlformats.org/drawingml/2006/main" xmlns:ns0="http://schemas.openxmlformats.org/presentationml/2006/main" type="tbl" preserve="1">
  <ns0:cSld name="标题和表格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>
          <a:xfrm>
            <a:off x="334433" y="0"/>
            <a:ext cx="11520036" cy="836613"/>
          </a:xfrm>
        </ns0:spPr>
        <ns0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3" name="表格占位符 2"/>
          <ns0:cNvSpPr>
            <a:spLocks noGrp="1"/>
          </ns0:cNvSpPr>
          <ns0:nvPr>
            <ns0:ph type="tbl" idx="1"/>
          </ns0:nvPr>
        </ns0:nvSpPr>
        <ns0:spPr>
          <a:xfrm>
            <a:off x="334320" y="1052514"/>
            <a:ext cx="11522321" cy="5328814"/>
          </a:xfrm>
        </ns0:spPr>
        <ns0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pPr lvl="0"/>
            <a:endParaRPr lang="zh-CN" altLang="en-US" noProof="0">
              <a:latin typeface="Microsoft YaHei"/>
              <a:ea typeface="微软雅黑"/>
              <a:cs typeface="Microsoft YaHei"/>
            </a:endParaRPr>
          </a:p>
        </ns0:txBody>
      </ns0:sp>
    </ns0:spTree>
  </ns0:cSld>
  <ns0:clrMapOvr>
    <a:masterClrMapping/>
  </ns0:clrMapOvr>
</ns0:sldLayout>
</file>

<file path=ppt/slideLayouts/slideLayout13.xml><?xml version="1.0" encoding="utf-8"?>
<ns0:sldLayout xmlns:a="http://schemas.openxmlformats.org/drawingml/2006/main" xmlns:ns0="http://schemas.openxmlformats.org/presentationml/2006/main" xmlns:ns2="http://schemas.openxmlformats.org/officeDocument/2006/relationships" xmlns:ns3="http://schemas.microsoft.com/office/drawing/2010/main" showMasterSp="0" preserve="1" userDrawn="1">
  <ns0:cSld name="标题幻灯片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3" name="Rectangle 18"/>
          <ns0:cNvSpPr>
            <a:spLocks noChangeArrowheads="1"/>
          </ns0:cNvSpPr>
          <ns0:nvPr userDrawn="1"/>
        </ns0:nvSpPr>
        <ns0:spPr bwMode="auto">
          <a:xfrm>
            <a:off x="-2117" y="981075"/>
            <a:ext cx="12187768" cy="4319588"/>
          </a:xfrm>
          <a:prstGeom prst="rect">
            <a:avLst/>
          </a:prstGeom>
          <a:solidFill>
            <a:srgbClr val="C0C0C0"/>
          </a:solidFill>
          <a:ln w="9525">
            <a:noFill/>
            <a:miter lim="800000"/>
          </a:ln>
          <a:effectLst/>
        </ns0:spPr>
        <ns0:txBody>
          <a:bodyPr wrap="none" anchor="ctr"/>
          <a:lstStyle/>
          <a:p>
            <a:pPr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latin typeface="Microsoft YaHei"/>
              <a:ea typeface="微软雅黑"/>
              <a:cs typeface="Microsoft YaHei"/>
            </a:endParaRPr>
          </a:p>
        </ns0:txBody>
      </ns0:sp>
      <ns0:sp>
        <ns0:nvSpPr>
          <ns0:cNvPr id="4" name="AutoShape 10"/>
          <ns0:cNvSpPr>
            <a:spLocks noChangeArrowheads="1"/>
          </ns0:cNvSpPr>
          <ns0:nvPr userDrawn="1"/>
        </ns0:nvSpPr>
        <ns0:spPr bwMode="auto">
          <a:xfrm>
            <a:off x="2734733" y="2363788"/>
            <a:ext cx="480484" cy="358775"/>
          </a:xfrm>
          <a:prstGeom prst="chevron">
            <a:avLst>
              <a:gd name="adj" fmla="val 43944"/>
            </a:avLst>
          </a:prstGeom>
          <a:solidFill>
            <a:srgbClr val="0062AC">
              <a:alpha val="49001"/>
            </a:srgbClr>
          </a:solidFill>
          <a:ln w="9525">
            <a:noFill/>
            <a:miter lim="800000"/>
          </a:ln>
          <a:effectLst/>
        </ns0:spPr>
        <ns0:txBody>
          <a:bodyPr wrap="none" anchor="ctr"/>
          <a:lstStyle/>
          <a:p>
            <a:pPr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latin typeface="Microsoft YaHei"/>
              <a:ea typeface="微软雅黑"/>
              <a:cs typeface="Microsoft YaHei"/>
            </a:endParaRPr>
          </a:p>
        </ns0:txBody>
      </ns0:sp>
      <ns0:sp>
        <ns0:nvSpPr>
          <ns0:cNvPr id="6" name="Rectangle 11"/>
          <ns0:cNvSpPr>
            <a:spLocks noChangeArrowheads="1"/>
          </ns0:cNvSpPr>
          <ns0:nvPr userDrawn="1"/>
        </ns0:nvSpPr>
        <ns0:spPr bwMode="auto">
          <a:xfrm>
            <a:off x="0" y="0"/>
            <a:ext cx="12198351" cy="1584325"/>
          </a:xfrm>
          <a:prstGeom prst="rect">
            <a:avLst/>
          </a:prstGeom>
          <a:solidFill>
            <a:srgbClr val="0062AC"/>
          </a:solidFill>
          <a:ln w="9525">
            <a:noFill/>
            <a:miter lim="800000"/>
          </a:ln>
          <a:effectLst/>
        </ns0:spPr>
        <ns0:txBody>
          <a:bodyPr wrap="none" anchor="ctr"/>
          <a:lstStyle/>
          <a:p>
            <a:pPr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latin typeface="Microsoft YaHei"/>
              <a:ea typeface="微软雅黑"/>
              <a:cs typeface="Microsoft YaHei"/>
            </a:endParaRPr>
          </a:p>
        </ns0:txBody>
      </ns0:sp>
      <ns0:sp>
        <ns0:nvSpPr>
          <ns0:cNvPr id="7" name="Rectangle 11"/>
          <ns0:cNvSpPr>
            <a:spLocks noChangeArrowheads="1"/>
          </ns0:cNvSpPr>
          <ns0:nvPr userDrawn="1"/>
        </ns0:nvSpPr>
        <ns0:spPr bwMode="auto">
          <a:xfrm>
            <a:off x="6351" y="1584325"/>
            <a:ext cx="12192000" cy="71438"/>
          </a:xfrm>
          <a:prstGeom prst="rect">
            <a:avLst/>
          </a:prstGeom>
          <a:solidFill>
            <a:schemeClr val="bg1">
              <a:lumMod val="50000"/>
            </a:schemeClr>
          </a:solidFill>
          <a:ln w="9525">
            <a:noFill/>
            <a:miter lim="800000"/>
          </a:ln>
          <a:effectLst/>
        </ns0:spPr>
        <ns0:txBody>
          <a:bodyPr wrap="none" anchor="ctr"/>
          <a:lstStyle/>
          <a:p>
            <a:pPr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latin typeface="Microsoft YaHei"/>
              <a:ea typeface="微软雅黑"/>
              <a:cs typeface="Microsoft YaHei"/>
            </a:endParaRPr>
          </a:p>
        </ns0:txBody>
      </ns0:sp>
      <ns0:pic>
        <ns0:nvPicPr>
          <ns0:cNvPr id="8" name="Picture 2" descr="D:\快盘\130425PPT模板与规范\标志-蓝.png"/>
          <ns0:cNvPicPr>
            <a:picLocks noChangeAspect="1" noChangeArrowheads="1"/>
          </ns0:cNvPicPr>
          <ns0:nvPr userDrawn="1"/>
        </ns0:nvPicPr>
        <ns0:blipFill>
          <a:blip ns2:embed="rId2">
            <a:extLst>
              <a:ext uri="{28A0092B-C50C-407E-A947-70E740481C1C}">
                <ns3:useLocalDpi val="0"/>
              </a:ext>
            </a:extLst>
          </a:blip>
          <a:srcRect/>
          <a:stretch>
            <a:fillRect/>
          </a:stretch>
        </ns0:blipFill>
        <ns0:spPr bwMode="auto">
          <a:xfrm>
            <a:off x="7056967" y="5516563"/>
            <a:ext cx="4578351" cy="6080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ns3:hiddenFill>
                <a:solidFill>
                  <a:srgbClr val="FFFFFF"/>
                </a:solidFill>
              </ns3:hiddenFill>
            </a:ext>
            <a:ext uri="{91240B29-F687-4F45-9708-019B960494DF}">
              <ns3:hiddenLine w="9525">
                <a:solidFill>
                  <a:srgbClr val="000000"/>
                </a:solidFill>
                <a:miter lim="800000"/>
                <a:headEnd/>
                <a:tailEnd/>
              </ns3:hiddenLine>
            </a:ext>
          </a:extLst>
        </ns0:spPr>
      </ns0:pic>
      <ns0:sp>
        <ns0:nvSpPr>
          <ns0:cNvPr id="10243" name="Rectangle 3"/>
          <ns0:cNvSpPr>
            <a:spLocks noGrp="1" noChangeArrowheads="1"/>
          </ns0:cNvSpPr>
          <ns0:nvPr>
            <ns0:ph type="subTitle" idx="1"/>
          </ns0:nvPr>
        </ns0:nvSpPr>
        <ns0:spPr>
          <a:xfrm>
            <a:off x="3310799" y="2060575"/>
            <a:ext cx="8161535" cy="1223963"/>
          </a:xfrm>
        </ns0:spPr>
        <ns0:txBody>
          <a:bodyPr lIns="91440"/>
          <a:lstStyle>
            <a:lvl1pPr marL="0" indent="0">
              <a:buFontTx/>
              <a:buNone/>
              <a:defRPr sz="4000" b="1">
                <a:solidFill>
                  <a:srgbClr val="0062AC"/>
                </a:solidFill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单击此处编辑母版副标题样式</a:t>
            </a:r>
            <a:endParaRPr lang="en-US" altLang="zh-CN" dirty="0">
              <a:latin typeface="Microsoft YaHei"/>
              <a:ea typeface="微软雅黑"/>
              <a:cs typeface="Microsoft YaHei"/>
            </a:endParaRPr>
          </a:p>
        </ns0:txBody>
      </ns0:sp>
    </ns0:spTree>
  </ns0:cSld>
  <ns0:clrMapOvr>
    <a:masterClrMapping/>
  </ns0:clrMapOvr>
</ns0:sldLayout>
</file>

<file path=ppt/slideLayouts/slideLayout14.xml><?xml version="1.0" encoding="utf-8"?>
<ns0:sldLayout xmlns:a="http://schemas.openxmlformats.org/drawingml/2006/main" xmlns:ns0="http://schemas.openxmlformats.org/presentationml/2006/main" type="obj" preserve="1">
  <ns0:cSld name="标题和内容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>
          <a:xfrm>
            <a:off x="334507" y="0"/>
            <a:ext cx="11520944" cy="836613"/>
          </a:xfrm>
        </ns0:spPr>
        <ns0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3" name="内容占位符 2"/>
          <ns0:cNvSpPr>
            <a:spLocks noGrp="1"/>
          </ns0:cNvSpPr>
          <ns0:nvPr>
            <ns0:ph idx="1"/>
          </ns0:nvPr>
        </ns0:nvSpPr>
        <ns0:spPr>
          <a:xfrm>
            <a:off x="334435" y="1052737"/>
            <a:ext cx="11523133" cy="5329014"/>
          </a:xfrm>
        </ns0:spPr>
        <ns0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  <a:lvl2pPr>
              <a:defRPr>
                <a:latin typeface="Microsoft YaHei"/>
                <a:ea typeface="微软雅黑"/>
                <a:cs typeface="Microsoft YaHei"/>
              </a:defRPr>
            </a:lvl2pPr>
            <a:lvl3pPr>
              <a:defRPr>
                <a:latin typeface="Microsoft YaHei"/>
                <a:ea typeface="微软雅黑"/>
                <a:cs typeface="Microsoft YaHei"/>
              </a:defRPr>
            </a:lvl3pPr>
            <a:lvl4pPr>
              <a:defRPr>
                <a:latin typeface="Microsoft YaHei"/>
                <a:ea typeface="微软雅黑"/>
                <a:cs typeface="Microsoft YaHei"/>
              </a:defRPr>
            </a:lvl4pPr>
            <a:lvl5pPr>
              <a:defRPr>
                <a:latin typeface="Microsoft YaHei"/>
                <a:ea typeface="微软雅黑"/>
                <a:cs typeface="Microsoft YaHei"/>
              </a:defRPr>
            </a:lvl5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ns0:txBody>
      </ns0:sp>
    </ns0:spTree>
  </ns0:cSld>
  <ns0:clrMapOvr>
    <a:masterClrMapping/>
  </ns0:clrMapOvr>
</ns0:sldLayout>
</file>

<file path=ppt/slideLayouts/slideLayout15.xml><?xml version="1.0" encoding="utf-8"?>
<ns0:sldLayout xmlns:a="http://schemas.openxmlformats.org/drawingml/2006/main" xmlns:ns0="http://schemas.openxmlformats.org/presentationml/2006/main" type="secHead" preserve="1">
  <ns0:cSld name="节标题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>
          <a:xfrm>
            <a:off x="963084" y="4406900"/>
            <a:ext cx="10363200" cy="1362075"/>
          </a:xfrm>
        </ns0:spPr>
        <ns0:txBody>
          <a:bodyPr anchor="t"/>
          <a:lstStyle>
            <a:lvl1pPr algn="l">
              <a:defRPr sz="4000" b="1" cap="all"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3" name="文本占位符 2"/>
          <ns0:cNvSpPr>
            <a:spLocks noGrp="1"/>
          </ns0:cNvSpPr>
          <ns0:nvPr>
            <ns0:ph type="body" idx="1"/>
          </ns0:nvPr>
        </ns0:nvSpPr>
        <ns0:spPr>
          <a:xfrm>
            <a:off x="963084" y="2906713"/>
            <a:ext cx="10363200" cy="1500187"/>
          </a:xfrm>
        </ns0:spPr>
        <ns0:txBody>
          <a:bodyPr anchor="b"/>
          <a:lstStyle>
            <a:lvl1pPr marL="0" indent="0">
              <a:buNone/>
              <a:defRPr sz="2000"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1800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600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1400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1400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1400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1400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1400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14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ns0:txBody>
      </ns0:sp>
    </ns0:spTree>
  </ns0:cSld>
  <ns0:clrMapOvr>
    <a:masterClrMapping/>
  </ns0:clrMapOvr>
</ns0:sldLayout>
</file>

<file path=ppt/slideLayouts/slideLayout16.xml><?xml version="1.0" encoding="utf-8"?>
<ns0:sldLayout xmlns:a="http://schemas.openxmlformats.org/drawingml/2006/main" xmlns:ns0="http://schemas.openxmlformats.org/presentationml/2006/main" type="twoObj" preserve="1">
  <ns0:cSld name="两栏内容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>
          <a:xfrm>
            <a:off x="334433" y="0"/>
            <a:ext cx="11521017" cy="836613"/>
          </a:xfrm>
        </ns0:spPr>
        <ns0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3" name="内容占位符 2"/>
          <ns0:cNvSpPr>
            <a:spLocks noGrp="1"/>
          </ns0:cNvSpPr>
          <ns0:nvPr>
            <ns0:ph sz="half" idx="1"/>
          </ns0:nvPr>
        </ns0:nvSpPr>
        <ns0:spPr>
          <a:xfrm>
            <a:off x="334433" y="1052514"/>
            <a:ext cx="5665556" cy="5328814"/>
          </a:xfrm>
        </ns0:spPr>
        <ns0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2000">
                <a:latin typeface="Microsoft YaHei"/>
                <a:ea typeface="微软雅黑"/>
                <a:cs typeface="Microsoft YaHei"/>
              </a:defRPr>
            </a:lvl3pPr>
            <a:lvl4pPr>
              <a:defRPr sz="2000">
                <a:latin typeface="Microsoft YaHei"/>
                <a:ea typeface="微软雅黑"/>
                <a:cs typeface="Microsoft YaHei"/>
              </a:defRPr>
            </a:lvl4pPr>
            <a:lvl5pPr>
              <a:defRPr sz="2000">
                <a:latin typeface="Microsoft YaHei"/>
                <a:ea typeface="微软雅黑"/>
                <a:cs typeface="Microsoft YaHei"/>
              </a:defRPr>
            </a:lvl5pPr>
            <a:lvl6pPr>
              <a:defRPr sz="1800">
                <a:latin typeface="Microsoft YaHei"/>
                <a:ea typeface="微软雅黑"/>
                <a:cs typeface="Microsoft YaHei"/>
              </a:defRPr>
            </a:lvl6pPr>
            <a:lvl7pPr>
              <a:defRPr sz="1800">
                <a:latin typeface="Microsoft YaHei"/>
                <a:ea typeface="微软雅黑"/>
                <a:cs typeface="Microsoft YaHei"/>
              </a:defRPr>
            </a:lvl7pPr>
            <a:lvl8pPr>
              <a:defRPr sz="1800">
                <a:latin typeface="Microsoft YaHei"/>
                <a:ea typeface="微软雅黑"/>
                <a:cs typeface="Microsoft YaHei"/>
              </a:defRPr>
            </a:lvl8pPr>
            <a:lvl9pPr>
              <a:defRPr sz="18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ns0:txBody>
      </ns0:sp>
      <ns0:sp>
        <ns0:nvSpPr>
          <ns0:cNvPr id="4" name="内容占位符 3"/>
          <ns0:cNvSpPr>
            <a:spLocks noGrp="1"/>
          </ns0:cNvSpPr>
          <ns0:nvPr>
            <ns0:ph sz="half" idx="2"/>
          </ns0:nvPr>
        </ns0:nvSpPr>
        <ns0:spPr>
          <a:xfrm>
            <a:off x="6192011" y="1052514"/>
            <a:ext cx="5664629" cy="5328814"/>
          </a:xfrm>
        </ns0:spPr>
        <ns0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2000">
                <a:latin typeface="Microsoft YaHei"/>
                <a:ea typeface="微软雅黑"/>
                <a:cs typeface="Microsoft YaHei"/>
              </a:defRPr>
            </a:lvl3pPr>
            <a:lvl4pPr>
              <a:defRPr sz="2000">
                <a:latin typeface="Microsoft YaHei"/>
                <a:ea typeface="微软雅黑"/>
                <a:cs typeface="Microsoft YaHei"/>
              </a:defRPr>
            </a:lvl4pPr>
            <a:lvl5pPr>
              <a:defRPr sz="2000">
                <a:latin typeface="Microsoft YaHei"/>
                <a:ea typeface="微软雅黑"/>
                <a:cs typeface="Microsoft YaHei"/>
              </a:defRPr>
            </a:lvl5pPr>
            <a:lvl6pPr>
              <a:defRPr sz="1800">
                <a:latin typeface="Microsoft YaHei"/>
                <a:ea typeface="微软雅黑"/>
                <a:cs typeface="Microsoft YaHei"/>
              </a:defRPr>
            </a:lvl6pPr>
            <a:lvl7pPr>
              <a:defRPr sz="1800">
                <a:latin typeface="Microsoft YaHei"/>
                <a:ea typeface="微软雅黑"/>
                <a:cs typeface="Microsoft YaHei"/>
              </a:defRPr>
            </a:lvl7pPr>
            <a:lvl8pPr>
              <a:defRPr sz="1800">
                <a:latin typeface="Microsoft YaHei"/>
                <a:ea typeface="微软雅黑"/>
                <a:cs typeface="Microsoft YaHei"/>
              </a:defRPr>
            </a:lvl8pPr>
            <a:lvl9pPr>
              <a:defRPr sz="18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ns0:txBody>
      </ns0:sp>
    </ns0:spTree>
  </ns0:cSld>
  <ns0:clrMapOvr>
    <a:masterClrMapping/>
  </ns0:clrMapOvr>
</ns0:sldLayout>
</file>

<file path=ppt/slideLayouts/slideLayout17.xml><?xml version="1.0" encoding="utf-8"?>
<ns0:sldLayout xmlns:a="http://schemas.openxmlformats.org/drawingml/2006/main" xmlns:ns0="http://schemas.openxmlformats.org/presentationml/2006/main" type="twoTxTwoObj" preserve="1">
  <ns0:cSld name="比较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>
          <a:xfrm>
            <a:off x="334433" y="0"/>
            <a:ext cx="11522207" cy="836613"/>
          </a:xfrm>
        </ns0:spPr>
        <ns0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3" name="文本占位符 2"/>
          <ns0:cNvSpPr>
            <a:spLocks noGrp="1"/>
          </ns0:cNvSpPr>
          <ns0:nvPr>
            <ns0:ph type="body" idx="1"/>
          </ns0:nvPr>
        </ns0:nvSpPr>
        <ns0:spPr>
          <a:xfrm>
            <a:off x="334433" y="1052736"/>
            <a:ext cx="5569545" cy="639762"/>
          </a:xfrm>
        </ns0:spPr>
        <ns0:txBody>
          <a:bodyPr anchor="b"/>
          <a:lstStyle>
            <a:lvl1pPr marL="0" indent="0">
              <a:buNone/>
              <a:defRPr sz="2400" b="1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2000" b="1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800" b="1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ns0:txBody>
      </ns0:sp>
      <ns0:sp>
        <ns0:nvSpPr>
          <ns0:cNvPr id="4" name="内容占位符 3"/>
          <ns0:cNvSpPr>
            <a:spLocks noGrp="1"/>
          </ns0:cNvSpPr>
          <ns0:nvPr>
            <ns0:ph sz="half" idx="2"/>
          </ns0:nvPr>
        </ns0:nvSpPr>
        <ns0:spPr>
          <a:xfrm>
            <a:off x="334433" y="1772816"/>
            <a:ext cx="5569545" cy="4608512"/>
          </a:xfrm>
        </ns0:spPr>
        <ns0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1800">
                <a:latin typeface="Microsoft YaHei"/>
                <a:ea typeface="微软雅黑"/>
                <a:cs typeface="Microsoft YaHei"/>
              </a:defRPr>
            </a:lvl3pPr>
            <a:lvl4pPr>
              <a:defRPr sz="1600">
                <a:latin typeface="Microsoft YaHei"/>
                <a:ea typeface="微软雅黑"/>
                <a:cs typeface="Microsoft YaHei"/>
              </a:defRPr>
            </a:lvl4pPr>
            <a:lvl5pPr>
              <a:defRPr sz="1600">
                <a:latin typeface="Microsoft YaHei"/>
                <a:ea typeface="微软雅黑"/>
                <a:cs typeface="Microsoft YaHei"/>
              </a:defRPr>
            </a:lvl5pPr>
            <a:lvl6pPr>
              <a:defRPr sz="1600">
                <a:latin typeface="Microsoft YaHei"/>
                <a:ea typeface="微软雅黑"/>
                <a:cs typeface="Microsoft YaHei"/>
              </a:defRPr>
            </a:lvl6pPr>
            <a:lvl7pPr>
              <a:defRPr sz="1600">
                <a:latin typeface="Microsoft YaHei"/>
                <a:ea typeface="微软雅黑"/>
                <a:cs typeface="Microsoft YaHei"/>
              </a:defRPr>
            </a:lvl7pPr>
            <a:lvl8pPr>
              <a:defRPr sz="1600">
                <a:latin typeface="Microsoft YaHei"/>
                <a:ea typeface="微软雅黑"/>
                <a:cs typeface="Microsoft YaHei"/>
              </a:defRPr>
            </a:lvl8pPr>
            <a:lvl9pPr>
              <a:defRPr sz="16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ns0:txBody>
      </ns0:sp>
      <ns0:sp>
        <ns0:nvSpPr>
          <ns0:cNvPr id="5" name="文本占位符 4"/>
          <ns0:cNvSpPr>
            <a:spLocks noGrp="1"/>
          </ns0:cNvSpPr>
          <ns0:nvPr>
            <ns0:ph type="body" sz="quarter" idx="3"/>
          </ns0:nvPr>
        </ns0:nvSpPr>
        <ns0:spPr>
          <a:xfrm>
            <a:off x="6096000" y="1052736"/>
            <a:ext cx="5760641" cy="639762"/>
          </a:xfrm>
        </ns0:spPr>
        <ns0:txBody>
          <a:bodyPr anchor="b"/>
          <a:lstStyle>
            <a:lvl1pPr marL="0" indent="0">
              <a:buNone/>
              <a:defRPr sz="2400" b="1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2000" b="1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800" b="1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ns0:txBody>
      </ns0:sp>
      <ns0:sp>
        <ns0:nvSpPr>
          <ns0:cNvPr id="6" name="内容占位符 5"/>
          <ns0:cNvSpPr>
            <a:spLocks noGrp="1"/>
          </ns0:cNvSpPr>
          <ns0:nvPr>
            <ns0:ph sz="quarter" idx="4"/>
          </ns0:nvPr>
        </ns0:nvSpPr>
        <ns0:spPr>
          <a:xfrm>
            <a:off x="6096000" y="1772816"/>
            <a:ext cx="5760641" cy="4608512"/>
          </a:xfrm>
        </ns0:spPr>
        <ns0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1800">
                <a:latin typeface="Microsoft YaHei"/>
                <a:ea typeface="微软雅黑"/>
                <a:cs typeface="Microsoft YaHei"/>
              </a:defRPr>
            </a:lvl3pPr>
            <a:lvl4pPr>
              <a:defRPr sz="1600">
                <a:latin typeface="Microsoft YaHei"/>
                <a:ea typeface="微软雅黑"/>
                <a:cs typeface="Microsoft YaHei"/>
              </a:defRPr>
            </a:lvl4pPr>
            <a:lvl5pPr>
              <a:defRPr sz="1600">
                <a:latin typeface="Microsoft YaHei"/>
                <a:ea typeface="微软雅黑"/>
                <a:cs typeface="Microsoft YaHei"/>
              </a:defRPr>
            </a:lvl5pPr>
            <a:lvl6pPr>
              <a:defRPr sz="1600">
                <a:latin typeface="Microsoft YaHei"/>
                <a:ea typeface="微软雅黑"/>
                <a:cs typeface="Microsoft YaHei"/>
              </a:defRPr>
            </a:lvl6pPr>
            <a:lvl7pPr>
              <a:defRPr sz="1600">
                <a:latin typeface="Microsoft YaHei"/>
                <a:ea typeface="微软雅黑"/>
                <a:cs typeface="Microsoft YaHei"/>
              </a:defRPr>
            </a:lvl7pPr>
            <a:lvl8pPr>
              <a:defRPr sz="1600">
                <a:latin typeface="Microsoft YaHei"/>
                <a:ea typeface="微软雅黑"/>
                <a:cs typeface="Microsoft YaHei"/>
              </a:defRPr>
            </a:lvl8pPr>
            <a:lvl9pPr>
              <a:defRPr sz="16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ns0:txBody>
      </ns0:sp>
    </ns0:spTree>
  </ns0:cSld>
  <ns0:clrMapOvr>
    <a:masterClrMapping/>
  </ns0:clrMapOvr>
</ns0:sldLayout>
</file>

<file path=ppt/slideLayouts/slideLayout18.xml><?xml version="1.0" encoding="utf-8"?>
<ns0:sldLayout xmlns:a="http://schemas.openxmlformats.org/drawingml/2006/main" xmlns:ns0="http://schemas.openxmlformats.org/presentationml/2006/main" type="titleOnly" preserve="1">
  <ns0:cSld name="仅标题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>
          <a:xfrm>
            <a:off x="334433" y="0"/>
            <a:ext cx="11520036" cy="836613"/>
          </a:xfrm>
        </ns0:spPr>
        <ns0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</ns0:spTree>
  </ns0:cSld>
  <ns0:clrMapOvr>
    <a:masterClrMapping/>
  </ns0:clrMapOvr>
</ns0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ns0:sldLayout xmlns:a="http://schemas.openxmlformats.org/drawingml/2006/main" xmlns:ns0="http://schemas.openxmlformats.org/presentationml/2006/main" type="objTx" preserve="1">
  <ns0:cSld name="内容与标题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>
          <a:xfrm>
            <a:off x="334433" y="0"/>
            <a:ext cx="11523135" cy="836613"/>
          </a:xfrm>
        </ns0:spPr>
        <ns0:txBody>
          <a:bodyPr/>
          <a:lstStyle>
            <a:lvl1pPr algn="l">
              <a:defRPr sz="3200" b="1"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3" name="内容占位符 2"/>
          <ns0:cNvSpPr>
            <a:spLocks noGrp="1"/>
          </ns0:cNvSpPr>
          <ns0:nvPr>
            <ns0:ph idx="1"/>
          </ns0:nvPr>
        </ns0:nvSpPr>
        <ns0:spPr>
          <a:xfrm>
            <a:off x="4766733" y="1052512"/>
            <a:ext cx="7089907" cy="5328815"/>
          </a:xfrm>
        </ns0:spPr>
        <ns0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2000">
                <a:latin typeface="Microsoft YaHei"/>
                <a:ea typeface="微软雅黑"/>
                <a:cs typeface="Microsoft YaHei"/>
              </a:defRPr>
            </a:lvl3pPr>
            <a:lvl4pPr>
              <a:defRPr sz="2000">
                <a:latin typeface="Microsoft YaHei"/>
                <a:ea typeface="微软雅黑"/>
                <a:cs typeface="Microsoft YaHei"/>
              </a:defRPr>
            </a:lvl4pPr>
            <a:lvl5pPr>
              <a:defRPr sz="2000">
                <a:latin typeface="Microsoft YaHei"/>
                <a:ea typeface="微软雅黑"/>
                <a:cs typeface="Microsoft YaHei"/>
              </a:defRPr>
            </a:lvl5pPr>
            <a:lvl6pPr>
              <a:defRPr sz="2000">
                <a:latin typeface="Microsoft YaHei"/>
                <a:ea typeface="微软雅黑"/>
                <a:cs typeface="Microsoft YaHei"/>
              </a:defRPr>
            </a:lvl6pPr>
            <a:lvl7pPr>
              <a:defRPr sz="2000">
                <a:latin typeface="Microsoft YaHei"/>
                <a:ea typeface="微软雅黑"/>
                <a:cs typeface="Microsoft YaHei"/>
              </a:defRPr>
            </a:lvl7pPr>
            <a:lvl8pPr>
              <a:defRPr sz="2000">
                <a:latin typeface="Microsoft YaHei"/>
                <a:ea typeface="微软雅黑"/>
                <a:cs typeface="Microsoft YaHei"/>
              </a:defRPr>
            </a:lvl8pPr>
            <a:lvl9pPr>
              <a:defRPr sz="20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ns0:txBody>
      </ns0:sp>
      <ns0:sp>
        <ns0:nvSpPr>
          <ns0:cNvPr id="4" name="文本占位符 3"/>
          <ns0:cNvSpPr>
            <a:spLocks noGrp="1"/>
          </ns0:cNvSpPr>
          <ns0:nvPr>
            <ns0:ph type="body" sz="half" idx="2"/>
          </ns0:nvPr>
        </ns0:nvSpPr>
        <ns0:spPr>
          <a:xfrm>
            <a:off x="334435" y="1052514"/>
            <a:ext cx="4286251" cy="5278156"/>
          </a:xfrm>
        </ns0:spPr>
        <ns0:txBody>
          <a:bodyPr/>
          <a:lstStyle>
            <a:lvl1pPr marL="0" indent="0">
              <a:buNone/>
              <a:defRPr sz="2000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1200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000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900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900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900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900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900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9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ns0:txBody>
      </ns0:sp>
    </ns0:spTree>
  </ns0:cSld>
  <ns0:clrMapOvr>
    <a:masterClrMapping/>
  </ns0:clrMapOvr>
</ns0:sldLayout>
</file>

<file path=ppt/slideLayouts/slideLayout21.xml><?xml version="1.0" encoding="utf-8"?>
<ns0:sldLayout xmlns:a="http://schemas.openxmlformats.org/drawingml/2006/main" xmlns:ns0="http://schemas.openxmlformats.org/presentationml/2006/main" type="picTx" preserve="1">
  <ns0:cSld name="图片与标题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>
          <a:xfrm>
            <a:off x="2389717" y="4800600"/>
            <a:ext cx="7315200" cy="566738"/>
          </a:xfrm>
        </ns0:spPr>
        <ns0:txBody>
          <a:bodyPr anchor="b"/>
          <a:lstStyle>
            <a:lvl1pPr algn="l">
              <a:defRPr sz="3200" b="1"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3" name="图片占位符 2"/>
          <ns0:cNvSpPr>
            <a:spLocks noGrp="1"/>
          </ns0:cNvSpPr>
          <ns0:nvPr>
            <ns0:ph type="pic" idx="1"/>
          </ns0:nvPr>
        </ns0:nvSpPr>
        <ns0:spPr>
          <a:xfrm>
            <a:off x="2389717" y="1052513"/>
            <a:ext cx="7315200" cy="3675062"/>
          </a:xfrm>
        </ns0:spPr>
        <ns0:txBody>
          <a:bodyPr/>
          <a:lstStyle>
            <a:lvl1pPr marL="0" indent="0">
              <a:buNone/>
              <a:defRPr sz="3200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2800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2400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2000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2000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2000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2000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2000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20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endParaRPr lang="zh-CN" altLang="en-US" noProof="0">
              <a:latin typeface="Microsoft YaHei"/>
              <a:ea typeface="微软雅黑"/>
              <a:cs typeface="Microsoft YaHei"/>
            </a:endParaRPr>
          </a:p>
        </ns0:txBody>
      </ns0:sp>
      <ns0:sp>
        <ns0:nvSpPr>
          <ns0:cNvPr id="4" name="文本占位符 3"/>
          <ns0:cNvSpPr>
            <a:spLocks noGrp="1"/>
          </ns0:cNvSpPr>
          <ns0:nvPr>
            <ns0:ph type="body" sz="half" idx="2"/>
          </ns0:nvPr>
        </ns0:nvSpPr>
        <ns0:spPr>
          <a:xfrm>
            <a:off x="2389717" y="5367338"/>
            <a:ext cx="7315200" cy="804862"/>
          </a:xfrm>
        </ns0:spPr>
        <ns0:txBody>
          <a:bodyPr/>
          <a:lstStyle>
            <a:lvl1pPr marL="0" indent="0">
              <a:buNone/>
              <a:defRPr sz="2400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1200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000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900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900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900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900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900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9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ns0:txBody>
      </ns0:sp>
    </ns0:spTree>
  </ns0:cSld>
  <ns0:clrMapOvr>
    <a:masterClrMapping/>
  </ns0:clrMapOvr>
</ns0:sldLayout>
</file>

<file path=ppt/slideLayouts/slideLayout22.xml><?xml version="1.0" encoding="utf-8"?>
<ns0:sldLayout xmlns:a="http://schemas.openxmlformats.org/drawingml/2006/main" xmlns:ns0="http://schemas.openxmlformats.org/presentationml/2006/main" type="vertTx" preserve="1">
  <ns0:cSld name="标题和竖排文字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>
          <a:xfrm>
            <a:off x="334507" y="0"/>
            <a:ext cx="11520944" cy="836613"/>
          </a:xfrm>
        </ns0:spPr>
        <ns0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3" name="竖排文字占位符 2"/>
          <ns0:cNvSpPr>
            <a:spLocks noGrp="1"/>
          </ns0:cNvSpPr>
          <ns0:nvPr>
            <ns0:ph type="body" orient="vert" idx="1"/>
          </ns0:nvPr>
        </ns0:nvSpPr>
        <ns0:spPr>
          <a:xfrm>
            <a:off x="334435" y="1052737"/>
            <a:ext cx="11523133" cy="5329014"/>
          </a:xfrm>
        </ns0:spPr>
        <ns0:txBody>
          <a:bodyPr vert="eaVert"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  <a:lvl2pPr>
              <a:defRPr>
                <a:latin typeface="Microsoft YaHei"/>
                <a:ea typeface="微软雅黑"/>
                <a:cs typeface="Microsoft YaHei"/>
              </a:defRPr>
            </a:lvl2pPr>
            <a:lvl3pPr>
              <a:defRPr>
                <a:latin typeface="Microsoft YaHei"/>
                <a:ea typeface="微软雅黑"/>
                <a:cs typeface="Microsoft YaHei"/>
              </a:defRPr>
            </a:lvl3pPr>
            <a:lvl4pPr>
              <a:defRPr>
                <a:latin typeface="Microsoft YaHei"/>
                <a:ea typeface="微软雅黑"/>
                <a:cs typeface="Microsoft YaHei"/>
              </a:defRPr>
            </a:lvl4pPr>
            <a:lvl5pPr>
              <a:defRPr>
                <a:latin typeface="Microsoft YaHei"/>
                <a:ea typeface="微软雅黑"/>
                <a:cs typeface="Microsoft YaHei"/>
              </a:defRPr>
            </a:lvl5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ns0:txBody>
      </ns0:sp>
    </ns0:spTree>
  </ns0:cSld>
  <ns0:clrMapOvr>
    <a:masterClrMapping/>
  </ns0:clrMapOvr>
</ns0:sldLayout>
</file>

<file path=ppt/slideLayouts/slideLayout23.xml><?xml version="1.0" encoding="utf-8"?>
<ns0:sldLayout xmlns:a="http://schemas.openxmlformats.org/drawingml/2006/main" xmlns:ns0="http://schemas.openxmlformats.org/presentationml/2006/main" type="vertTitleAndTx" preserve="1">
  <ns0:cSld name="垂直排列标题与文本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竖排标题 1"/>
          <ns0:cNvSpPr>
            <a:spLocks noGrp="1"/>
          </ns0:cNvSpPr>
          <ns0:nvPr>
            <ns0:ph type="title" orient="vert"/>
          </ns0:nvPr>
        </ns0:nvSpPr>
        <ns0:spPr>
          <a:xfrm>
            <a:off x="9168341" y="1052512"/>
            <a:ext cx="2667000" cy="5328815"/>
          </a:xfrm>
        </ns0:spPr>
        <ns0:txBody>
          <a:bodyPr vert="eaVert"/>
          <a:lstStyle>
            <a:lvl1pPr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3" name="竖排文字占位符 2"/>
          <ns0:cNvSpPr>
            <a:spLocks noGrp="1"/>
          </ns0:cNvSpPr>
          <ns0:nvPr>
            <ns0:ph type="body" orient="vert" idx="1"/>
          </ns0:nvPr>
        </ns0:nvSpPr>
        <ns0:spPr>
          <a:xfrm>
            <a:off x="334433" y="1052512"/>
            <a:ext cx="8737899" cy="5328815"/>
          </a:xfrm>
        </ns0:spPr>
        <ns0:txBody>
          <a:bodyPr vert="eaVert"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  <a:lvl2pPr>
              <a:defRPr>
                <a:latin typeface="Microsoft YaHei"/>
                <a:ea typeface="微软雅黑"/>
                <a:cs typeface="Microsoft YaHei"/>
              </a:defRPr>
            </a:lvl2pPr>
            <a:lvl3pPr>
              <a:defRPr>
                <a:latin typeface="Microsoft YaHei"/>
                <a:ea typeface="微软雅黑"/>
                <a:cs typeface="Microsoft YaHei"/>
              </a:defRPr>
            </a:lvl3pPr>
            <a:lvl4pPr>
              <a:defRPr>
                <a:latin typeface="Microsoft YaHei"/>
                <a:ea typeface="微软雅黑"/>
                <a:cs typeface="Microsoft YaHei"/>
              </a:defRPr>
            </a:lvl4pPr>
            <a:lvl5pPr>
              <a:defRPr>
                <a:latin typeface="Microsoft YaHei"/>
                <a:ea typeface="微软雅黑"/>
                <a:cs typeface="Microsoft YaHei"/>
              </a:defRPr>
            </a:lvl5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ns0:txBody>
      </ns0:sp>
    </ns0:spTree>
  </ns0:cSld>
  <ns0:clrMapOvr>
    <a:masterClrMapping/>
  </ns0:clrMapOvr>
</ns0:sldLayout>
</file>

<file path=ppt/slideLayouts/slideLayout24.xml><?xml version="1.0" encoding="utf-8"?>
<ns0:sldLayout xmlns:a="http://schemas.openxmlformats.org/drawingml/2006/main" xmlns:ns0="http://schemas.openxmlformats.org/presentationml/2006/main" type="tbl" preserve="1">
  <ns0:cSld name="标题和表格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>
          <a:xfrm>
            <a:off x="334433" y="0"/>
            <a:ext cx="11520036" cy="836613"/>
          </a:xfrm>
        </ns0:spPr>
        <ns0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3" name="表格占位符 2"/>
          <ns0:cNvSpPr>
            <a:spLocks noGrp="1"/>
          </ns0:cNvSpPr>
          <ns0:nvPr>
            <ns0:ph type="tbl" idx="1"/>
          </ns0:nvPr>
        </ns0:nvSpPr>
        <ns0:spPr>
          <a:xfrm>
            <a:off x="334320" y="1052514"/>
            <a:ext cx="11522321" cy="5328814"/>
          </a:xfrm>
        </ns0:spPr>
        <ns0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pPr lvl="0"/>
            <a:endParaRPr lang="zh-CN" altLang="en-US" noProof="0">
              <a:latin typeface="Microsoft YaHei"/>
              <a:ea typeface="微软雅黑"/>
              <a:cs typeface="Microsoft YaHei"/>
            </a:endParaRPr>
          </a:p>
        </ns0:txBody>
      </ns0:sp>
    </ns0:spTree>
  </ns0:cSld>
  <ns0:clrMapOvr>
    <a:masterClrMapping/>
  </ns0:clrMapOvr>
</ns0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png"/><Relationship Id="rId15" Type="http://schemas.openxmlformats.org/officeDocument/2006/relationships/image" Target="../media/image2.jpe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slideLayout" Target="../slideLayouts/slideLayout24.xml"/><Relationship Id="rId13" Type="http://schemas.openxmlformats.org/officeDocument/2006/relationships/theme" Target="../theme/theme2.xml"/><Relationship Id="rId14" Type="http://schemas.openxmlformats.org/officeDocument/2006/relationships/image" Target="../media/image1.png"/><Relationship Id="rId15" Type="http://schemas.openxmlformats.org/officeDocument/2006/relationships/image" Target="../media/image2.jpeg"/></Relationships>
</file>

<file path=ppt/slideMasters/slideMaster1.xml><?xml version="1.0" encoding="utf-8"?>
<ns0:sldMaster xmlns:a="http://schemas.openxmlformats.org/drawingml/2006/main" xmlns:ns0="http://schemas.openxmlformats.org/presentationml/2006/main" xmlns:ns2="http://schemas.microsoft.com/office/drawing/2010/main" xmlns:ns3="http://schemas.openxmlformats.org/officeDocument/2006/relationships">
  <ns0:cSld>
    <ns0:bg>
      <ns0:bgPr>
        <a:solidFill>
          <a:schemeClr val="bg1"/>
        </a:solid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1026" name="Rectangle 17"/>
          <ns0:cNvSpPr>
            <a:spLocks noGrp="1" noChangeArrowheads="1"/>
          </ns0:cNvSpPr>
          <ns0:nvPr>
            <ns0:ph type="body" idx="1"/>
          </ns0:nvPr>
        </ns0:nvSpPr>
        <ns0:spPr bwMode="auto">
          <a:xfrm>
            <a:off x="334433" y="1052513"/>
            <a:ext cx="11523133" cy="5329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ns2:hiddenFill>
                <a:solidFill>
                  <a:srgbClr val="FFFFFF"/>
                </a:solidFill>
              </ns2:hiddenFill>
            </a:ext>
            <a:ext uri="{91240B29-F687-4F45-9708-019B960494DF}">
              <ns2:hiddenLine w="9525">
                <a:solidFill>
                  <a:srgbClr val="000000"/>
                </a:solidFill>
                <a:miter lim="800000"/>
                <a:headEnd/>
                <a:tailEnd/>
              </ns2:hiddenLine>
            </a:ext>
          </a:extLst>
        </ns0:spPr>
        <ns0:txBody>
          <a:bodyPr vert="horz" wrap="square" lIns="90000" tIns="45720" rIns="91440" bIns="45720" numCol="1" anchor="t" anchorCtr="0" compatLnSpc="1"/>
          <a:lstStyle/>
          <a:p>
            <a:pPr lvl="0"/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>
                <a:latin typeface="Microsoft YaHei"/>
                <a:ea typeface="微软雅黑"/>
                <a:cs typeface="Microsoft YaHei"/>
              </a:rPr>
              <a:t>第五级</a:t>
            </a:r>
          </a:p>
        </ns0:txBody>
      </ns0:sp>
      <ns0:pic>
        <ns0:nvPicPr>
          <ns0:cNvPr id="1027" name="Picture 7" descr="D:\快盘\130425PPT模板与规范\标志-蓝.png"/>
          <ns0:cNvPicPr>
            <a:picLocks noChangeAspect="1" noChangeArrowheads="1"/>
          </ns0:cNvPicPr>
          <ns0:nvPr userDrawn="1"/>
        </ns0:nvPicPr>
        <ns0:blipFill>
          <a:blip ns3:embed="rId14">
            <a:extLst>
              <a:ext uri="{28A0092B-C50C-407E-A947-70E740481C1C}">
                <ns2:useLocalDpi val="0"/>
              </a:ext>
            </a:extLst>
          </a:blip>
          <a:srcRect/>
          <a:stretch>
            <a:fillRect/>
          </a:stretch>
        </ns0:blipFill>
        <ns0:spPr bwMode="auto">
          <a:xfrm>
            <a:off x="9779000" y="6507163"/>
            <a:ext cx="2110317" cy="280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ns2:hiddenFill>
                <a:solidFill>
                  <a:srgbClr val="FFFFFF"/>
                </a:solidFill>
              </ns2:hiddenFill>
            </a:ext>
            <a:ext uri="{91240B29-F687-4F45-9708-019B960494DF}">
              <ns2:hiddenLine w="9525">
                <a:solidFill>
                  <a:srgbClr val="000000"/>
                </a:solidFill>
                <a:miter lim="800000"/>
                <a:headEnd/>
                <a:tailEnd/>
              </ns2:hiddenLine>
            </a:ext>
          </a:extLst>
        </ns0:spPr>
      </ns0:pic>
      <ns0:sp>
        <ns0:nvSpPr>
          <ns0:cNvPr id="1028" name="Rectangle 2"/>
          <ns0:cNvSpPr>
            <a:spLocks noGrp="1" noChangeArrowheads="1"/>
          </ns0:cNvSpPr>
          <ns0:nvPr>
            <ns0:ph type="title"/>
          </ns0:nvPr>
        </ns0:nvSpPr>
        <ns0:spPr bwMode="auto">
          <a:xfrm>
            <a:off x="334433" y="0"/>
            <a:ext cx="11521017" cy="836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ns2:hiddenFill>
                <a:solidFill>
                  <a:srgbClr val="FFFFFF"/>
                </a:solidFill>
              </ns2:hiddenFill>
            </a:ext>
            <a:ext uri="{91240B29-F687-4F45-9708-019B960494DF}">
              <ns2:hiddenLine w="9525">
                <a:solidFill>
                  <a:srgbClr val="000000"/>
                </a:solidFill>
                <a:miter lim="800000"/>
                <a:headEnd/>
                <a:tailEnd/>
              </ns2:hiddenLine>
            </a:ext>
          </a:extLst>
        </ns0:spPr>
        <ns0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7" name="任意多边形 6"/>
          <ns0:cNvSpPr/>
          <ns0:nvPr userDrawn="1"/>
        </ns0:nvSpPr>
        <ns0:spPr bwMode="auto">
          <a:xfrm>
            <a:off x="11186584" y="620713"/>
            <a:ext cx="1005416" cy="215900"/>
          </a:xfrm>
          <a:custGeom>
            <a:avLst/>
            <a:gdLst>
              <a:gd name="connsiteX0" fmla="*/ 0 w 7358743"/>
              <a:gd name="connsiteY0" fmla="*/ 377371 h 1872343"/>
              <a:gd name="connsiteX1" fmla="*/ 5109029 w 7358743"/>
              <a:gd name="connsiteY1" fmla="*/ 377371 h 1872343"/>
              <a:gd name="connsiteX2" fmla="*/ 5442858 w 7358743"/>
              <a:gd name="connsiteY2" fmla="*/ 0 h 1872343"/>
              <a:gd name="connsiteX3" fmla="*/ 7358743 w 7358743"/>
              <a:gd name="connsiteY3" fmla="*/ 0 h 1872343"/>
              <a:gd name="connsiteX4" fmla="*/ 7358743 w 7358743"/>
              <a:gd name="connsiteY4" fmla="*/ 1872343 h 1872343"/>
              <a:gd name="connsiteX5" fmla="*/ 261258 w 7358743"/>
              <a:gd name="connsiteY5" fmla="*/ 1872343 h 1872343"/>
              <a:gd name="connsiteX6" fmla="*/ 0 w 7358743"/>
              <a:gd name="connsiteY6" fmla="*/ 377371 h 1872343"/>
              <a:gd name="connsiteX0-1" fmla="*/ 0 w 7358743"/>
              <a:gd name="connsiteY0-2" fmla="*/ 377371 h 1872343"/>
              <a:gd name="connsiteX1-3" fmla="*/ 5109029 w 7358743"/>
              <a:gd name="connsiteY1-4" fmla="*/ 377371 h 1872343"/>
              <a:gd name="connsiteX2-5" fmla="*/ 5442858 w 7358743"/>
              <a:gd name="connsiteY2-6" fmla="*/ 0 h 1872343"/>
              <a:gd name="connsiteX3-7" fmla="*/ 7358743 w 7358743"/>
              <a:gd name="connsiteY3-8" fmla="*/ 0 h 1872343"/>
              <a:gd name="connsiteX4-9" fmla="*/ 7358743 w 7358743"/>
              <a:gd name="connsiteY4-10" fmla="*/ 1872343 h 1872343"/>
              <a:gd name="connsiteX5-11" fmla="*/ 0 w 7358743"/>
              <a:gd name="connsiteY5-12" fmla="*/ 377371 h 1872343"/>
              <a:gd name="connsiteX0-13" fmla="*/ 2249714 w 2249714"/>
              <a:gd name="connsiteY0-14" fmla="*/ 1872343 h 1872343"/>
              <a:gd name="connsiteX1-15" fmla="*/ 0 w 2249714"/>
              <a:gd name="connsiteY1-16" fmla="*/ 377371 h 1872343"/>
              <a:gd name="connsiteX2-17" fmla="*/ 333829 w 2249714"/>
              <a:gd name="connsiteY2-18" fmla="*/ 0 h 1872343"/>
              <a:gd name="connsiteX3-19" fmla="*/ 2249714 w 2249714"/>
              <a:gd name="connsiteY3-20" fmla="*/ 0 h 1872343"/>
              <a:gd name="connsiteX4-21" fmla="*/ 2249714 w 2249714"/>
              <a:gd name="connsiteY4-22" fmla="*/ 1872343 h 1872343"/>
              <a:gd name="connsiteX0-23" fmla="*/ 2249714 w 2249714"/>
              <a:gd name="connsiteY0-24" fmla="*/ 802065 h 802065"/>
              <a:gd name="connsiteX1-25" fmla="*/ 0 w 2249714"/>
              <a:gd name="connsiteY1-26" fmla="*/ 377371 h 802065"/>
              <a:gd name="connsiteX2-27" fmla="*/ 333829 w 2249714"/>
              <a:gd name="connsiteY2-28" fmla="*/ 0 h 802065"/>
              <a:gd name="connsiteX3-29" fmla="*/ 2249714 w 2249714"/>
              <a:gd name="connsiteY3-30" fmla="*/ 0 h 802065"/>
              <a:gd name="connsiteX4-31" fmla="*/ 2249714 w 2249714"/>
              <a:gd name="connsiteY4-32" fmla="*/ 802065 h 802065"/>
              <a:gd name="connsiteX0-33" fmla="*/ 1915885 w 1915885"/>
              <a:gd name="connsiteY0-34" fmla="*/ 802065 h 802069"/>
              <a:gd name="connsiteX1-35" fmla="*/ 1160309 w 1915885"/>
              <a:gd name="connsiteY1-36" fmla="*/ 802069 h 802069"/>
              <a:gd name="connsiteX2-37" fmla="*/ 0 w 1915885"/>
              <a:gd name="connsiteY2-38" fmla="*/ 0 h 802069"/>
              <a:gd name="connsiteX3-39" fmla="*/ 1915885 w 1915885"/>
              <a:gd name="connsiteY3-40" fmla="*/ 0 h 802069"/>
              <a:gd name="connsiteX4-41" fmla="*/ 1915885 w 1915885"/>
              <a:gd name="connsiteY4-42" fmla="*/ 802065 h 802069"/>
              <a:gd name="connsiteX0-43" fmla="*/ 755576 w 755576"/>
              <a:gd name="connsiteY0-44" fmla="*/ 802065 h 802069"/>
              <a:gd name="connsiteX1-45" fmla="*/ 0 w 755576"/>
              <a:gd name="connsiteY1-46" fmla="*/ 802069 h 802069"/>
              <a:gd name="connsiteX2-47" fmla="*/ 144016 w 755576"/>
              <a:gd name="connsiteY2-48" fmla="*/ 0 h 802069"/>
              <a:gd name="connsiteX3-49" fmla="*/ 755576 w 755576"/>
              <a:gd name="connsiteY3-50" fmla="*/ 0 h 802069"/>
              <a:gd name="connsiteX4-51" fmla="*/ 755576 w 755576"/>
              <a:gd name="connsiteY4-52" fmla="*/ 802065 h 802069"/>
              <a:gd name="connsiteX0-53" fmla="*/ 755576 w 755576"/>
              <a:gd name="connsiteY0-54" fmla="*/ 802065 h 802069"/>
              <a:gd name="connsiteX1-55" fmla="*/ 0 w 755576"/>
              <a:gd name="connsiteY1-56" fmla="*/ 802069 h 802069"/>
              <a:gd name="connsiteX2-57" fmla="*/ 215825 w 755576"/>
              <a:gd name="connsiteY2-58" fmla="*/ 0 h 802069"/>
              <a:gd name="connsiteX3-59" fmla="*/ 755576 w 755576"/>
              <a:gd name="connsiteY3-60" fmla="*/ 0 h 802069"/>
              <a:gd name="connsiteX4-61" fmla="*/ 755576 w 755576"/>
              <a:gd name="connsiteY4-62" fmla="*/ 802065 h 802069"/>
              <a:gd name="connsiteX0-63" fmla="*/ 755576 w 1295273"/>
              <a:gd name="connsiteY0-64" fmla="*/ 881313 h 881317"/>
              <a:gd name="connsiteX1-65" fmla="*/ 0 w 1295273"/>
              <a:gd name="connsiteY1-66" fmla="*/ 881317 h 881317"/>
              <a:gd name="connsiteX2-67" fmla="*/ 215825 w 1295273"/>
              <a:gd name="connsiteY2-68" fmla="*/ 79248 h 881317"/>
              <a:gd name="connsiteX3-69" fmla="*/ 1295273 w 1295273"/>
              <a:gd name="connsiteY3-70" fmla="*/ 0 h 881317"/>
              <a:gd name="connsiteX4-71" fmla="*/ 755576 w 1295273"/>
              <a:gd name="connsiteY4-72" fmla="*/ 881313 h 881317"/>
              <a:gd name="connsiteX0-73" fmla="*/ 1295273 w 1295273"/>
              <a:gd name="connsiteY0-74" fmla="*/ 802161 h 881317"/>
              <a:gd name="connsiteX1-75" fmla="*/ 0 w 1295273"/>
              <a:gd name="connsiteY1-76" fmla="*/ 881317 h 881317"/>
              <a:gd name="connsiteX2-77" fmla="*/ 215825 w 1295273"/>
              <a:gd name="connsiteY2-78" fmla="*/ 79248 h 881317"/>
              <a:gd name="connsiteX3-79" fmla="*/ 1295273 w 1295273"/>
              <a:gd name="connsiteY3-80" fmla="*/ 0 h 881317"/>
              <a:gd name="connsiteX4-81" fmla="*/ 1295273 w 1295273"/>
              <a:gd name="connsiteY4-82" fmla="*/ 802161 h 881317"/>
              <a:gd name="connsiteX0-83" fmla="*/ 1331509 w 1331509"/>
              <a:gd name="connsiteY0-84" fmla="*/ 802161 h 802161"/>
              <a:gd name="connsiteX1-85" fmla="*/ 0 w 1331509"/>
              <a:gd name="connsiteY1-86" fmla="*/ 802161 h 802161"/>
              <a:gd name="connsiteX2-87" fmla="*/ 252061 w 1331509"/>
              <a:gd name="connsiteY2-88" fmla="*/ 79248 h 802161"/>
              <a:gd name="connsiteX3-89" fmla="*/ 1331509 w 1331509"/>
              <a:gd name="connsiteY3-90" fmla="*/ 0 h 802161"/>
              <a:gd name="connsiteX4-91" fmla="*/ 1331509 w 1331509"/>
              <a:gd name="connsiteY4-92" fmla="*/ 802161 h 802161"/>
              <a:gd name="connsiteX0-93" fmla="*/ 1331509 w 1331509"/>
              <a:gd name="connsiteY0-94" fmla="*/ 802161 h 802161"/>
              <a:gd name="connsiteX1-95" fmla="*/ 0 w 1331509"/>
              <a:gd name="connsiteY1-96" fmla="*/ 802161 h 802161"/>
              <a:gd name="connsiteX2-97" fmla="*/ 216003 w 1331509"/>
              <a:gd name="connsiteY2-98" fmla="*/ 97 h 802161"/>
              <a:gd name="connsiteX3-99" fmla="*/ 1331509 w 1331509"/>
              <a:gd name="connsiteY3-100" fmla="*/ 0 h 802161"/>
              <a:gd name="connsiteX4-101" fmla="*/ 1331509 w 1331509"/>
              <a:gd name="connsiteY4-102" fmla="*/ 802161 h 802161"/>
              <a:gd name="connsiteX0-103" fmla="*/ 1331509 w 1331509"/>
              <a:gd name="connsiteY0-104" fmla="*/ 802064 h 802064"/>
              <a:gd name="connsiteX1-105" fmla="*/ 0 w 1331509"/>
              <a:gd name="connsiteY1-106" fmla="*/ 802064 h 802064"/>
              <a:gd name="connsiteX2-107" fmla="*/ 216003 w 1331509"/>
              <a:gd name="connsiteY2-108" fmla="*/ 0 h 802064"/>
              <a:gd name="connsiteX3-109" fmla="*/ 1078998 w 1331509"/>
              <a:gd name="connsiteY3-110" fmla="*/ 0 h 802064"/>
              <a:gd name="connsiteX4-111" fmla="*/ 1331509 w 1331509"/>
              <a:gd name="connsiteY4-112" fmla="*/ 802064 h 802064"/>
              <a:gd name="connsiteX0-113" fmla="*/ 1078998 w 1078998"/>
              <a:gd name="connsiteY0-114" fmla="*/ 802435 h 802435"/>
              <a:gd name="connsiteX1-115" fmla="*/ 0 w 1078998"/>
              <a:gd name="connsiteY1-116" fmla="*/ 802064 h 802435"/>
              <a:gd name="connsiteX2-117" fmla="*/ 216003 w 1078998"/>
              <a:gd name="connsiteY2-118" fmla="*/ 0 h 802435"/>
              <a:gd name="connsiteX3-119" fmla="*/ 1078998 w 1078998"/>
              <a:gd name="connsiteY3-120" fmla="*/ 0 h 802435"/>
              <a:gd name="connsiteX4-121" fmla="*/ 1078998 w 1078998"/>
              <a:gd name="connsiteY4-122" fmla="*/ 802435 h 802435"/>
              <a:gd name="connsiteX0-123" fmla="*/ 754486 w 1078998"/>
              <a:gd name="connsiteY0-124" fmla="*/ 802435 h 802435"/>
              <a:gd name="connsiteX1-125" fmla="*/ 0 w 1078998"/>
              <a:gd name="connsiteY1-126" fmla="*/ 802064 h 802435"/>
              <a:gd name="connsiteX2-127" fmla="*/ 216003 w 1078998"/>
              <a:gd name="connsiteY2-128" fmla="*/ 0 h 802435"/>
              <a:gd name="connsiteX3-129" fmla="*/ 1078998 w 1078998"/>
              <a:gd name="connsiteY3-130" fmla="*/ 0 h 802435"/>
              <a:gd name="connsiteX4-131" fmla="*/ 754486 w 1078998"/>
              <a:gd name="connsiteY4-132" fmla="*/ 802435 h 802435"/>
              <a:gd name="connsiteX0-133" fmla="*/ 754486 w 754486"/>
              <a:gd name="connsiteY0-134" fmla="*/ 802435 h 802435"/>
              <a:gd name="connsiteX1-135" fmla="*/ 0 w 754486"/>
              <a:gd name="connsiteY1-136" fmla="*/ 802064 h 802435"/>
              <a:gd name="connsiteX2-137" fmla="*/ 216003 w 754486"/>
              <a:gd name="connsiteY2-138" fmla="*/ 0 h 802435"/>
              <a:gd name="connsiteX3-139" fmla="*/ 754486 w 754486"/>
              <a:gd name="connsiteY3-140" fmla="*/ 0 h 802435"/>
              <a:gd name="connsiteX4-141" fmla="*/ 754486 w 754486"/>
              <a:gd name="connsiteY4-142" fmla="*/ 802435 h 802435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754486" h="802435">
                <a:moveTo>
                  <a:pt x="754486" y="802435"/>
                </a:moveTo>
                <a:lnTo>
                  <a:pt x="0" y="802064"/>
                </a:lnTo>
                <a:lnTo>
                  <a:pt x="216003" y="0"/>
                </a:lnTo>
                <a:lnTo>
                  <a:pt x="754486" y="0"/>
                </a:lnTo>
                <a:lnTo>
                  <a:pt x="754486" y="802435"/>
                </a:lnTo>
                <a:close/>
              </a:path>
            </a:pathLst>
          </a:custGeom>
          <a:gradFill>
            <a:gsLst>
              <a:gs pos="0">
                <a:schemeClr val="bg1"/>
              </a:gs>
              <a:gs pos="39999">
                <a:srgbClr val="0062AC"/>
              </a:gs>
            </a:gsLst>
            <a:lin ang="5400000" scaled="0"/>
          </a:gradFill>
          <a:ln w="9525" algn="ctr">
            <a:noFill/>
            <a:miter lim="800000"/>
          </a:ln>
          <a:effectLst/>
        </ns0:spPr>
        <ns0:txBody>
          <a:bodyPr wrap="none" lIns="90000" anchor="ctr"/>
          <a:lstStyle/>
          <a:p>
            <a:pPr algn="ctr"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solidFill>
                <a:srgbClr val="000000"/>
              </a:solidFill>
              <a:latin typeface="Microsoft YaHei"/>
              <a:ea typeface="微软雅黑"/>
              <a:cs typeface="Microsoft YaHei"/>
            </a:endParaRPr>
          </a:p>
        </ns0:txBody>
      </ns0:sp>
      <ns0:sp>
        <ns0:nvSpPr>
          <ns0:cNvPr id="9" name="Rectangle 15"/>
          <ns0:cNvSpPr>
            <a:spLocks noChangeArrowheads="1"/>
          </ns0:cNvSpPr>
          <ns0:nvPr userDrawn="1"/>
        </ns0:nvSpPr>
        <ns0:spPr bwMode="auto">
          <a:xfrm>
            <a:off x="0" y="836613"/>
            <a:ext cx="12192000" cy="42862"/>
          </a:xfrm>
          <a:prstGeom prst="rect">
            <a:avLst/>
          </a:prstGeom>
          <a:solidFill>
            <a:srgbClr val="0062AC"/>
          </a:solidFill>
          <a:ln w="9525" algn="ctr">
            <a:noFill/>
            <a:miter lim="800000"/>
          </a:ln>
          <a:effectLst/>
        </ns0:spPr>
        <ns0:txBody>
          <a:bodyPr wrap="none" lIns="90000" anchor="ctr"/>
          <a:lstStyle/>
          <a:p>
            <a:pPr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solidFill>
                <a:srgbClr val="000000"/>
              </a:solidFill>
              <a:latin typeface="Microsoft YaHei"/>
              <a:ea typeface="微软雅黑"/>
              <a:cs typeface="Microsoft YaHei"/>
            </a:endParaRPr>
          </a:p>
        </ns0:txBody>
      </ns0:sp>
      <ns0:sp>
        <ns0:nvSpPr>
          <ns0:cNvPr id="1036" name="Rectangle 12"/>
          <ns0:cNvSpPr>
            <a:spLocks noChangeArrowheads="1"/>
          </ns0:cNvSpPr>
          <ns0:nvPr/>
        </ns0:nvSpPr>
        <ns0:spPr bwMode="auto">
          <a:xfrm>
            <a:off x="11597217" y="628650"/>
            <a:ext cx="624416" cy="279400"/>
          </a:xfrm>
          <a:prstGeom prst="rect">
            <a:avLst/>
          </a:prstGeom>
          <a:noFill/>
          <a:ln w="9525">
            <a:noFill/>
            <a:miter lim="800000"/>
          </a:ln>
          <a:effectLst/>
        </ns0:spPr>
        <ns0:txBody>
          <a:bodyPr/>
          <a:lstStyle>
            <a:lvl1pPr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9pPr>
          </a:lstStyle>
          <a:p>
            <a:pPr eaLnBrk="1" hangingPunct="1"/>
            <a:fld id="{522BCC33-E6A0-4394-A5C7-9D49436D06E5}" type="slidenum">
              <a:rPr lang="en-US" altLang="zh-CN" sz="1400">
                <a:solidFill>
                  <a:schemeClr val="bg1"/>
                </a:solidFill>
                <a:latin typeface="Microsoft YaHei"/>
                <a:ea typeface="微软雅黑"/>
                <a:cs typeface="Microsoft YaHei"/>
              </a:rPr>
              <a:t>‹#›</a:t>
            </a:fld>
            <a:endParaRPr lang="en-US" altLang="zh-CN" sz="1400">
              <a:solidFill>
                <a:schemeClr val="bg1"/>
              </a:solidFill>
              <a:latin typeface="Microsoft YaHei"/>
              <a:ea typeface="微软雅黑"/>
              <a:cs typeface="Microsoft YaHei"/>
            </a:endParaRPr>
          </a:p>
        </ns0:txBody>
      </ns0:sp>
    </ns0:spTree>
  </ns0:cSld>
  <ns0:clrMap bg1="lt1" tx1="dk1" bg2="lt2" tx2="dk2" accent1="accent1" accent2="accent2" accent3="accent3" accent4="accent4" accent5="accent5" accent6="accent6" hlink="hlink" folHlink="folHlink"/>
  <ns0:sldLayoutIdLst>
    <ns0:sldLayoutId id="2147483649" ns3:id="rId1"/>
    <ns0:sldLayoutId id="2147483650" ns3:id="rId2"/>
    <ns0:sldLayoutId id="2147483651" ns3:id="rId3"/>
    <ns0:sldLayoutId id="2147483652" ns3:id="rId4"/>
    <ns0:sldLayoutId id="2147483653" ns3:id="rId5"/>
    <ns0:sldLayoutId id="2147483654" ns3:id="rId6"/>
    <ns0:sldLayoutId id="2147483655" ns3:id="rId7"/>
    <ns0:sldLayoutId id="2147483656" ns3:id="rId8"/>
    <ns0:sldLayoutId id="2147483657" ns3:id="rId9"/>
    <ns0:sldLayoutId id="2147483658" ns3:id="rId10"/>
    <ns0:sldLayoutId id="2147483659" ns3:id="rId11"/>
    <ns0:sldLayoutId id="2147483660" ns3:id="rId12"/>
  </ns0:sldLayoutIdLst>
  <ns0:hf sldNum="0" hdr="0"/>
  <ns0:txStyles>
    <ns0:titleStyle>
      <a:lvl1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5pPr>
      <a:lvl6pPr marL="4572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icrosoft YaHei"/>
          <a:ea typeface="微软雅黑"/>
          <a:cs typeface="Microsoft YaHei"/>
        </a:defRPr>
      </a:lvl6pPr>
      <a:lvl7pPr marL="9144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icrosoft YaHei"/>
          <a:ea typeface="微软雅黑"/>
          <a:cs typeface="Microsoft YaHei"/>
        </a:defRPr>
      </a:lvl7pPr>
      <a:lvl8pPr marL="13716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icrosoft YaHei"/>
          <a:ea typeface="微软雅黑"/>
          <a:cs typeface="Microsoft YaHei"/>
        </a:defRPr>
      </a:lvl8pPr>
      <a:lvl9pPr marL="18288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icrosoft YaHei"/>
          <a:ea typeface="微软雅黑"/>
          <a:cs typeface="Microsoft YaHei"/>
        </a:defRPr>
      </a:lvl9pPr>
    </ns0:titleStyle>
    <ns0:bodyStyle>
      <a:lvl1pPr marL="342900" indent="-3429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ns3:embed="rId15"/>
        </a:buBlip>
        <a:defRPr sz="2400">
          <a:solidFill>
            <a:schemeClr val="tx1"/>
          </a:solidFill>
          <a:latin typeface="Microsoft YaHei"/>
          <a:ea typeface="微软雅黑"/>
          <a:cs typeface="Microsoft YaHei"/>
        </a:defRPr>
      </a:lvl1pPr>
      <a:lvl2pPr marL="742950" indent="-28575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Arial" panose="020B0604020202020204" pitchFamily="34" charset="0"/>
        <a:buBlip>
          <a:blip ns3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2pPr>
      <a:lvl3pPr marL="1181100" indent="-2667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ns3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3pPr>
      <a:lvl4pPr marL="1638300" indent="-2667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Arial" panose="020B0604020202020204" pitchFamily="34" charset="0"/>
        <a:buBlip>
          <a:blip ns3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4pPr>
      <a:lvl5pPr marL="2095500" indent="-2667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ns3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5pPr>
      <a:lvl6pPr marL="25527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ns3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6pPr>
      <a:lvl7pPr marL="30099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ns3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7pPr>
      <a:lvl8pPr marL="34671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ns3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8pPr>
      <a:lvl9pPr marL="39243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ns3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9pPr>
    </ns0:bodyStyle>
    <ns0:otherStyle>
      <a:defPPr>
        <a:defRPr lang="zh-CN">
          <a:latin typeface="Microsoft YaHei"/>
          <a:ea typeface="微软雅黑"/>
          <a:cs typeface="Microsoft YaHei"/>
        </a:defRPr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9pPr>
    </ns0:otherStyle>
  </ns0:txStyles>
</ns0:sldMaster>
</file>

<file path=ppt/slideMasters/slideMaster2.xml><?xml version="1.0" encoding="utf-8"?>
<ns0:sldMaster xmlns:a="http://schemas.openxmlformats.org/drawingml/2006/main" xmlns:ns0="http://schemas.openxmlformats.org/presentationml/2006/main" xmlns:ns2="http://schemas.microsoft.com/office/drawing/2010/main" xmlns:ns3="http://schemas.openxmlformats.org/officeDocument/2006/relationships">
  <ns0:cSld>
    <ns0:bg>
      <ns0:bgPr>
        <a:solidFill>
          <a:schemeClr val="bg1"/>
        </a:solid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1026" name="Rectangle 17"/>
          <ns0:cNvSpPr>
            <a:spLocks noGrp="1" noChangeArrowheads="1"/>
          </ns0:cNvSpPr>
          <ns0:nvPr>
            <ns0:ph type="body" idx="1"/>
          </ns0:nvPr>
        </ns0:nvSpPr>
        <ns0:spPr bwMode="auto">
          <a:xfrm>
            <a:off x="334433" y="1052513"/>
            <a:ext cx="11523133" cy="5329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ns2:hiddenFill>
                <a:solidFill>
                  <a:srgbClr val="FFFFFF"/>
                </a:solidFill>
              </ns2:hiddenFill>
            </a:ext>
            <a:ext uri="{91240B29-F687-4F45-9708-019B960494DF}">
              <ns2:hiddenLine w="9525">
                <a:solidFill>
                  <a:srgbClr val="000000"/>
                </a:solidFill>
                <a:miter lim="800000"/>
                <a:headEnd/>
                <a:tailEnd/>
              </ns2:hiddenLine>
            </a:ext>
          </a:extLst>
        </ns0:spPr>
        <ns0:txBody>
          <a:bodyPr vert="horz" wrap="square" lIns="90000" tIns="45720" rIns="91440" bIns="45720" numCol="1" anchor="t" anchorCtr="0" compatLnSpc="1"/>
          <a:lstStyle/>
          <a:p>
            <a:pPr lvl="0"/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>
                <a:latin typeface="Microsoft YaHei"/>
                <a:ea typeface="微软雅黑"/>
                <a:cs typeface="Microsoft YaHei"/>
              </a:rPr>
              <a:t>第五级</a:t>
            </a:r>
          </a:p>
        </ns0:txBody>
      </ns0:sp>
      <ns0:pic>
        <ns0:nvPicPr>
          <ns0:cNvPr id="1027" name="Picture 7" descr="D:\快盘\130425PPT模板与规范\标志-蓝.png"/>
          <ns0:cNvPicPr>
            <a:picLocks noChangeAspect="1" noChangeArrowheads="1"/>
          </ns0:cNvPicPr>
          <ns0:nvPr userDrawn="1"/>
        </ns0:nvPicPr>
        <ns0:blipFill>
          <a:blip ns3:embed="rId14">
            <a:extLst>
              <a:ext uri="{28A0092B-C50C-407E-A947-70E740481C1C}">
                <ns2:useLocalDpi val="0"/>
              </a:ext>
            </a:extLst>
          </a:blip>
          <a:srcRect/>
          <a:stretch>
            <a:fillRect/>
          </a:stretch>
        </ns0:blipFill>
        <ns0:spPr bwMode="auto">
          <a:xfrm>
            <a:off x="9779000" y="6507163"/>
            <a:ext cx="2110317" cy="280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ns2:hiddenFill>
                <a:solidFill>
                  <a:srgbClr val="FFFFFF"/>
                </a:solidFill>
              </ns2:hiddenFill>
            </a:ext>
            <a:ext uri="{91240B29-F687-4F45-9708-019B960494DF}">
              <ns2:hiddenLine w="9525">
                <a:solidFill>
                  <a:srgbClr val="000000"/>
                </a:solidFill>
                <a:miter lim="800000"/>
                <a:headEnd/>
                <a:tailEnd/>
              </ns2:hiddenLine>
            </a:ext>
          </a:extLst>
        </ns0:spPr>
      </ns0:pic>
      <ns0:sp>
        <ns0:nvSpPr>
          <ns0:cNvPr id="1028" name="Rectangle 2"/>
          <ns0:cNvSpPr>
            <a:spLocks noGrp="1" noChangeArrowheads="1"/>
          </ns0:cNvSpPr>
          <ns0:nvPr>
            <ns0:ph type="title"/>
          </ns0:nvPr>
        </ns0:nvSpPr>
        <ns0:spPr bwMode="auto">
          <a:xfrm>
            <a:off x="334433" y="0"/>
            <a:ext cx="11521017" cy="836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ns2:hiddenFill>
                <a:solidFill>
                  <a:srgbClr val="FFFFFF"/>
                </a:solidFill>
              </ns2:hiddenFill>
            </a:ext>
            <a:ext uri="{91240B29-F687-4F45-9708-019B960494DF}">
              <ns2:hiddenLine w="9525">
                <a:solidFill>
                  <a:srgbClr val="000000"/>
                </a:solidFill>
                <a:miter lim="800000"/>
                <a:headEnd/>
                <a:tailEnd/>
              </ns2:hiddenLine>
            </a:ext>
          </a:extLst>
        </ns0:spPr>
        <ns0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7" name="任意多边形 6"/>
          <ns0:cNvSpPr/>
          <ns0:nvPr userDrawn="1"/>
        </ns0:nvSpPr>
        <ns0:spPr bwMode="auto">
          <a:xfrm>
            <a:off x="11186584" y="620713"/>
            <a:ext cx="1005416" cy="215900"/>
          </a:xfrm>
          <a:custGeom>
            <a:avLst/>
            <a:gdLst>
              <a:gd name="connsiteX0" fmla="*/ 0 w 7358743"/>
              <a:gd name="connsiteY0" fmla="*/ 377371 h 1872343"/>
              <a:gd name="connsiteX1" fmla="*/ 5109029 w 7358743"/>
              <a:gd name="connsiteY1" fmla="*/ 377371 h 1872343"/>
              <a:gd name="connsiteX2" fmla="*/ 5442858 w 7358743"/>
              <a:gd name="connsiteY2" fmla="*/ 0 h 1872343"/>
              <a:gd name="connsiteX3" fmla="*/ 7358743 w 7358743"/>
              <a:gd name="connsiteY3" fmla="*/ 0 h 1872343"/>
              <a:gd name="connsiteX4" fmla="*/ 7358743 w 7358743"/>
              <a:gd name="connsiteY4" fmla="*/ 1872343 h 1872343"/>
              <a:gd name="connsiteX5" fmla="*/ 261258 w 7358743"/>
              <a:gd name="connsiteY5" fmla="*/ 1872343 h 1872343"/>
              <a:gd name="connsiteX6" fmla="*/ 0 w 7358743"/>
              <a:gd name="connsiteY6" fmla="*/ 377371 h 1872343"/>
              <a:gd name="connsiteX0-1" fmla="*/ 0 w 7358743"/>
              <a:gd name="connsiteY0-2" fmla="*/ 377371 h 1872343"/>
              <a:gd name="connsiteX1-3" fmla="*/ 5109029 w 7358743"/>
              <a:gd name="connsiteY1-4" fmla="*/ 377371 h 1872343"/>
              <a:gd name="connsiteX2-5" fmla="*/ 5442858 w 7358743"/>
              <a:gd name="connsiteY2-6" fmla="*/ 0 h 1872343"/>
              <a:gd name="connsiteX3-7" fmla="*/ 7358743 w 7358743"/>
              <a:gd name="connsiteY3-8" fmla="*/ 0 h 1872343"/>
              <a:gd name="connsiteX4-9" fmla="*/ 7358743 w 7358743"/>
              <a:gd name="connsiteY4-10" fmla="*/ 1872343 h 1872343"/>
              <a:gd name="connsiteX5-11" fmla="*/ 0 w 7358743"/>
              <a:gd name="connsiteY5-12" fmla="*/ 377371 h 1872343"/>
              <a:gd name="connsiteX0-13" fmla="*/ 2249714 w 2249714"/>
              <a:gd name="connsiteY0-14" fmla="*/ 1872343 h 1872343"/>
              <a:gd name="connsiteX1-15" fmla="*/ 0 w 2249714"/>
              <a:gd name="connsiteY1-16" fmla="*/ 377371 h 1872343"/>
              <a:gd name="connsiteX2-17" fmla="*/ 333829 w 2249714"/>
              <a:gd name="connsiteY2-18" fmla="*/ 0 h 1872343"/>
              <a:gd name="connsiteX3-19" fmla="*/ 2249714 w 2249714"/>
              <a:gd name="connsiteY3-20" fmla="*/ 0 h 1872343"/>
              <a:gd name="connsiteX4-21" fmla="*/ 2249714 w 2249714"/>
              <a:gd name="connsiteY4-22" fmla="*/ 1872343 h 1872343"/>
              <a:gd name="connsiteX0-23" fmla="*/ 2249714 w 2249714"/>
              <a:gd name="connsiteY0-24" fmla="*/ 802065 h 802065"/>
              <a:gd name="connsiteX1-25" fmla="*/ 0 w 2249714"/>
              <a:gd name="connsiteY1-26" fmla="*/ 377371 h 802065"/>
              <a:gd name="connsiteX2-27" fmla="*/ 333829 w 2249714"/>
              <a:gd name="connsiteY2-28" fmla="*/ 0 h 802065"/>
              <a:gd name="connsiteX3-29" fmla="*/ 2249714 w 2249714"/>
              <a:gd name="connsiteY3-30" fmla="*/ 0 h 802065"/>
              <a:gd name="connsiteX4-31" fmla="*/ 2249714 w 2249714"/>
              <a:gd name="connsiteY4-32" fmla="*/ 802065 h 802065"/>
              <a:gd name="connsiteX0-33" fmla="*/ 1915885 w 1915885"/>
              <a:gd name="connsiteY0-34" fmla="*/ 802065 h 802069"/>
              <a:gd name="connsiteX1-35" fmla="*/ 1160309 w 1915885"/>
              <a:gd name="connsiteY1-36" fmla="*/ 802069 h 802069"/>
              <a:gd name="connsiteX2-37" fmla="*/ 0 w 1915885"/>
              <a:gd name="connsiteY2-38" fmla="*/ 0 h 802069"/>
              <a:gd name="connsiteX3-39" fmla="*/ 1915885 w 1915885"/>
              <a:gd name="connsiteY3-40" fmla="*/ 0 h 802069"/>
              <a:gd name="connsiteX4-41" fmla="*/ 1915885 w 1915885"/>
              <a:gd name="connsiteY4-42" fmla="*/ 802065 h 802069"/>
              <a:gd name="connsiteX0-43" fmla="*/ 755576 w 755576"/>
              <a:gd name="connsiteY0-44" fmla="*/ 802065 h 802069"/>
              <a:gd name="connsiteX1-45" fmla="*/ 0 w 755576"/>
              <a:gd name="connsiteY1-46" fmla="*/ 802069 h 802069"/>
              <a:gd name="connsiteX2-47" fmla="*/ 144016 w 755576"/>
              <a:gd name="connsiteY2-48" fmla="*/ 0 h 802069"/>
              <a:gd name="connsiteX3-49" fmla="*/ 755576 w 755576"/>
              <a:gd name="connsiteY3-50" fmla="*/ 0 h 802069"/>
              <a:gd name="connsiteX4-51" fmla="*/ 755576 w 755576"/>
              <a:gd name="connsiteY4-52" fmla="*/ 802065 h 802069"/>
              <a:gd name="connsiteX0-53" fmla="*/ 755576 w 755576"/>
              <a:gd name="connsiteY0-54" fmla="*/ 802065 h 802069"/>
              <a:gd name="connsiteX1-55" fmla="*/ 0 w 755576"/>
              <a:gd name="connsiteY1-56" fmla="*/ 802069 h 802069"/>
              <a:gd name="connsiteX2-57" fmla="*/ 215825 w 755576"/>
              <a:gd name="connsiteY2-58" fmla="*/ 0 h 802069"/>
              <a:gd name="connsiteX3-59" fmla="*/ 755576 w 755576"/>
              <a:gd name="connsiteY3-60" fmla="*/ 0 h 802069"/>
              <a:gd name="connsiteX4-61" fmla="*/ 755576 w 755576"/>
              <a:gd name="connsiteY4-62" fmla="*/ 802065 h 802069"/>
              <a:gd name="connsiteX0-63" fmla="*/ 755576 w 1295273"/>
              <a:gd name="connsiteY0-64" fmla="*/ 881313 h 881317"/>
              <a:gd name="connsiteX1-65" fmla="*/ 0 w 1295273"/>
              <a:gd name="connsiteY1-66" fmla="*/ 881317 h 881317"/>
              <a:gd name="connsiteX2-67" fmla="*/ 215825 w 1295273"/>
              <a:gd name="connsiteY2-68" fmla="*/ 79248 h 881317"/>
              <a:gd name="connsiteX3-69" fmla="*/ 1295273 w 1295273"/>
              <a:gd name="connsiteY3-70" fmla="*/ 0 h 881317"/>
              <a:gd name="connsiteX4-71" fmla="*/ 755576 w 1295273"/>
              <a:gd name="connsiteY4-72" fmla="*/ 881313 h 881317"/>
              <a:gd name="connsiteX0-73" fmla="*/ 1295273 w 1295273"/>
              <a:gd name="connsiteY0-74" fmla="*/ 802161 h 881317"/>
              <a:gd name="connsiteX1-75" fmla="*/ 0 w 1295273"/>
              <a:gd name="connsiteY1-76" fmla="*/ 881317 h 881317"/>
              <a:gd name="connsiteX2-77" fmla="*/ 215825 w 1295273"/>
              <a:gd name="connsiteY2-78" fmla="*/ 79248 h 881317"/>
              <a:gd name="connsiteX3-79" fmla="*/ 1295273 w 1295273"/>
              <a:gd name="connsiteY3-80" fmla="*/ 0 h 881317"/>
              <a:gd name="connsiteX4-81" fmla="*/ 1295273 w 1295273"/>
              <a:gd name="connsiteY4-82" fmla="*/ 802161 h 881317"/>
              <a:gd name="connsiteX0-83" fmla="*/ 1331509 w 1331509"/>
              <a:gd name="connsiteY0-84" fmla="*/ 802161 h 802161"/>
              <a:gd name="connsiteX1-85" fmla="*/ 0 w 1331509"/>
              <a:gd name="connsiteY1-86" fmla="*/ 802161 h 802161"/>
              <a:gd name="connsiteX2-87" fmla="*/ 252061 w 1331509"/>
              <a:gd name="connsiteY2-88" fmla="*/ 79248 h 802161"/>
              <a:gd name="connsiteX3-89" fmla="*/ 1331509 w 1331509"/>
              <a:gd name="connsiteY3-90" fmla="*/ 0 h 802161"/>
              <a:gd name="connsiteX4-91" fmla="*/ 1331509 w 1331509"/>
              <a:gd name="connsiteY4-92" fmla="*/ 802161 h 802161"/>
              <a:gd name="connsiteX0-93" fmla="*/ 1331509 w 1331509"/>
              <a:gd name="connsiteY0-94" fmla="*/ 802161 h 802161"/>
              <a:gd name="connsiteX1-95" fmla="*/ 0 w 1331509"/>
              <a:gd name="connsiteY1-96" fmla="*/ 802161 h 802161"/>
              <a:gd name="connsiteX2-97" fmla="*/ 216003 w 1331509"/>
              <a:gd name="connsiteY2-98" fmla="*/ 97 h 802161"/>
              <a:gd name="connsiteX3-99" fmla="*/ 1331509 w 1331509"/>
              <a:gd name="connsiteY3-100" fmla="*/ 0 h 802161"/>
              <a:gd name="connsiteX4-101" fmla="*/ 1331509 w 1331509"/>
              <a:gd name="connsiteY4-102" fmla="*/ 802161 h 802161"/>
              <a:gd name="connsiteX0-103" fmla="*/ 1331509 w 1331509"/>
              <a:gd name="connsiteY0-104" fmla="*/ 802064 h 802064"/>
              <a:gd name="connsiteX1-105" fmla="*/ 0 w 1331509"/>
              <a:gd name="connsiteY1-106" fmla="*/ 802064 h 802064"/>
              <a:gd name="connsiteX2-107" fmla="*/ 216003 w 1331509"/>
              <a:gd name="connsiteY2-108" fmla="*/ 0 h 802064"/>
              <a:gd name="connsiteX3-109" fmla="*/ 1078998 w 1331509"/>
              <a:gd name="connsiteY3-110" fmla="*/ 0 h 802064"/>
              <a:gd name="connsiteX4-111" fmla="*/ 1331509 w 1331509"/>
              <a:gd name="connsiteY4-112" fmla="*/ 802064 h 802064"/>
              <a:gd name="connsiteX0-113" fmla="*/ 1078998 w 1078998"/>
              <a:gd name="connsiteY0-114" fmla="*/ 802435 h 802435"/>
              <a:gd name="connsiteX1-115" fmla="*/ 0 w 1078998"/>
              <a:gd name="connsiteY1-116" fmla="*/ 802064 h 802435"/>
              <a:gd name="connsiteX2-117" fmla="*/ 216003 w 1078998"/>
              <a:gd name="connsiteY2-118" fmla="*/ 0 h 802435"/>
              <a:gd name="connsiteX3-119" fmla="*/ 1078998 w 1078998"/>
              <a:gd name="connsiteY3-120" fmla="*/ 0 h 802435"/>
              <a:gd name="connsiteX4-121" fmla="*/ 1078998 w 1078998"/>
              <a:gd name="connsiteY4-122" fmla="*/ 802435 h 802435"/>
              <a:gd name="connsiteX0-123" fmla="*/ 754486 w 1078998"/>
              <a:gd name="connsiteY0-124" fmla="*/ 802435 h 802435"/>
              <a:gd name="connsiteX1-125" fmla="*/ 0 w 1078998"/>
              <a:gd name="connsiteY1-126" fmla="*/ 802064 h 802435"/>
              <a:gd name="connsiteX2-127" fmla="*/ 216003 w 1078998"/>
              <a:gd name="connsiteY2-128" fmla="*/ 0 h 802435"/>
              <a:gd name="connsiteX3-129" fmla="*/ 1078998 w 1078998"/>
              <a:gd name="connsiteY3-130" fmla="*/ 0 h 802435"/>
              <a:gd name="connsiteX4-131" fmla="*/ 754486 w 1078998"/>
              <a:gd name="connsiteY4-132" fmla="*/ 802435 h 802435"/>
              <a:gd name="connsiteX0-133" fmla="*/ 754486 w 754486"/>
              <a:gd name="connsiteY0-134" fmla="*/ 802435 h 802435"/>
              <a:gd name="connsiteX1-135" fmla="*/ 0 w 754486"/>
              <a:gd name="connsiteY1-136" fmla="*/ 802064 h 802435"/>
              <a:gd name="connsiteX2-137" fmla="*/ 216003 w 754486"/>
              <a:gd name="connsiteY2-138" fmla="*/ 0 h 802435"/>
              <a:gd name="connsiteX3-139" fmla="*/ 754486 w 754486"/>
              <a:gd name="connsiteY3-140" fmla="*/ 0 h 802435"/>
              <a:gd name="connsiteX4-141" fmla="*/ 754486 w 754486"/>
              <a:gd name="connsiteY4-142" fmla="*/ 802435 h 802435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754486" h="802435">
                <a:moveTo>
                  <a:pt x="754486" y="802435"/>
                </a:moveTo>
                <a:lnTo>
                  <a:pt x="0" y="802064"/>
                </a:lnTo>
                <a:lnTo>
                  <a:pt x="216003" y="0"/>
                </a:lnTo>
                <a:lnTo>
                  <a:pt x="754486" y="0"/>
                </a:lnTo>
                <a:lnTo>
                  <a:pt x="754486" y="802435"/>
                </a:lnTo>
                <a:close/>
              </a:path>
            </a:pathLst>
          </a:custGeom>
          <a:gradFill>
            <a:gsLst>
              <a:gs pos="0">
                <a:schemeClr val="bg1"/>
              </a:gs>
              <a:gs pos="39999">
                <a:srgbClr val="0062AC"/>
              </a:gs>
            </a:gsLst>
            <a:lin ang="5400000" scaled="0"/>
          </a:gradFill>
          <a:ln w="9525" algn="ctr">
            <a:noFill/>
            <a:miter lim="800000"/>
          </a:ln>
          <a:effectLst/>
        </ns0:spPr>
        <ns0:txBody>
          <a:bodyPr wrap="none" lIns="90000" anchor="ctr"/>
          <a:lstStyle/>
          <a:p>
            <a:pPr algn="ctr"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solidFill>
                <a:srgbClr val="000000"/>
              </a:solidFill>
              <a:latin typeface="Microsoft YaHei"/>
              <a:ea typeface="微软雅黑"/>
              <a:cs typeface="Microsoft YaHei"/>
            </a:endParaRPr>
          </a:p>
        </ns0:txBody>
      </ns0:sp>
      <ns0:sp>
        <ns0:nvSpPr>
          <ns0:cNvPr id="9" name="Rectangle 15"/>
          <ns0:cNvSpPr>
            <a:spLocks noChangeArrowheads="1"/>
          </ns0:cNvSpPr>
          <ns0:nvPr userDrawn="1"/>
        </ns0:nvSpPr>
        <ns0:spPr bwMode="auto">
          <a:xfrm>
            <a:off x="0" y="836613"/>
            <a:ext cx="12192000" cy="42862"/>
          </a:xfrm>
          <a:prstGeom prst="rect">
            <a:avLst/>
          </a:prstGeom>
          <a:solidFill>
            <a:srgbClr val="0062AC"/>
          </a:solidFill>
          <a:ln w="9525" algn="ctr">
            <a:noFill/>
            <a:miter lim="800000"/>
          </a:ln>
          <a:effectLst/>
        </ns0:spPr>
        <ns0:txBody>
          <a:bodyPr wrap="none" lIns="90000" anchor="ctr"/>
          <a:lstStyle/>
          <a:p>
            <a:pPr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solidFill>
                <a:srgbClr val="000000"/>
              </a:solidFill>
              <a:latin typeface="Microsoft YaHei"/>
              <a:ea typeface="微软雅黑"/>
              <a:cs typeface="Microsoft YaHei"/>
            </a:endParaRPr>
          </a:p>
        </ns0:txBody>
      </ns0:sp>
      <ns0:sp>
        <ns0:nvSpPr>
          <ns0:cNvPr id="1036" name="Rectangle 12"/>
          <ns0:cNvSpPr>
            <a:spLocks noChangeArrowheads="1"/>
          </ns0:cNvSpPr>
          <ns0:nvPr/>
        </ns0:nvSpPr>
        <ns0:spPr bwMode="auto">
          <a:xfrm>
            <a:off x="11597217" y="628650"/>
            <a:ext cx="624416" cy="279400"/>
          </a:xfrm>
          <a:prstGeom prst="rect">
            <a:avLst/>
          </a:prstGeom>
          <a:noFill/>
          <a:ln w="9525">
            <a:noFill/>
            <a:miter lim="800000"/>
          </a:ln>
          <a:effectLst/>
        </ns0:spPr>
        <ns0:txBody>
          <a:bodyPr/>
          <a:lstStyle>
            <a:lvl1pPr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9pPr>
          </a:lstStyle>
          <a:p>
            <a:pPr eaLnBrk="1" hangingPunct="1"/>
            <a:fld id="{522BCC33-E6A0-4394-A5C7-9D49436D06E5}" type="slidenum">
              <a:rPr lang="en-US" altLang="zh-CN" sz="1400">
                <a:solidFill>
                  <a:schemeClr val="bg1"/>
                </a:solidFill>
                <a:latin typeface="Microsoft YaHei"/>
                <a:ea typeface="微软雅黑"/>
                <a:cs typeface="Microsoft YaHei"/>
              </a:rPr>
              <a:t>‹#›</a:t>
            </a:fld>
            <a:endParaRPr lang="en-US" altLang="zh-CN" sz="1400">
              <a:solidFill>
                <a:schemeClr val="bg1"/>
              </a:solidFill>
              <a:latin typeface="Microsoft YaHei"/>
              <a:ea typeface="微软雅黑"/>
              <a:cs typeface="Microsoft YaHei"/>
            </a:endParaRPr>
          </a:p>
        </ns0:txBody>
      </ns0:sp>
    </ns0:spTree>
  </ns0:cSld>
  <ns0:clrMap bg1="lt1" tx1="dk1" bg2="lt2" tx2="dk2" accent1="accent1" accent2="accent2" accent3="accent3" accent4="accent4" accent5="accent5" accent6="accent6" hlink="hlink" folHlink="folHlink"/>
  <ns0:sldLayoutIdLst>
    <ns0:sldLayoutId id="2147483662" ns3:id="rId1"/>
    <ns0:sldLayoutId id="2147483663" ns3:id="rId2"/>
    <ns0:sldLayoutId id="2147483664" ns3:id="rId3"/>
    <ns0:sldLayoutId id="2147483665" ns3:id="rId4"/>
    <ns0:sldLayoutId id="2147483666" ns3:id="rId5"/>
    <ns0:sldLayoutId id="2147483667" ns3:id="rId6"/>
    <ns0:sldLayoutId id="2147483668" ns3:id="rId7"/>
    <ns0:sldLayoutId id="2147483669" ns3:id="rId8"/>
    <ns0:sldLayoutId id="2147483670" ns3:id="rId9"/>
    <ns0:sldLayoutId id="2147483671" ns3:id="rId10"/>
    <ns0:sldLayoutId id="2147483672" ns3:id="rId11"/>
    <ns0:sldLayoutId id="2147483673" ns3:id="rId12"/>
  </ns0:sldLayoutIdLst>
  <ns0:hf sldNum="0" hdr="0"/>
  <ns0:txStyles>
    <ns0:titleStyle>
      <a:lvl1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5pPr>
      <a:lvl6pPr marL="4572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icrosoft YaHei"/>
          <a:ea typeface="微软雅黑"/>
          <a:cs typeface="Microsoft YaHei"/>
        </a:defRPr>
      </a:lvl6pPr>
      <a:lvl7pPr marL="9144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icrosoft YaHei"/>
          <a:ea typeface="微软雅黑"/>
          <a:cs typeface="Microsoft YaHei"/>
        </a:defRPr>
      </a:lvl7pPr>
      <a:lvl8pPr marL="13716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icrosoft YaHei"/>
          <a:ea typeface="微软雅黑"/>
          <a:cs typeface="Microsoft YaHei"/>
        </a:defRPr>
      </a:lvl8pPr>
      <a:lvl9pPr marL="18288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icrosoft YaHei"/>
          <a:ea typeface="微软雅黑"/>
          <a:cs typeface="Microsoft YaHei"/>
        </a:defRPr>
      </a:lvl9pPr>
    </ns0:titleStyle>
    <ns0:bodyStyle>
      <a:lvl1pPr marL="342900" indent="-3429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ns3:embed="rId15"/>
        </a:buBlip>
        <a:defRPr sz="2400">
          <a:solidFill>
            <a:schemeClr val="tx1"/>
          </a:solidFill>
          <a:latin typeface="Microsoft YaHei"/>
          <a:ea typeface="微软雅黑"/>
          <a:cs typeface="Microsoft YaHei"/>
        </a:defRPr>
      </a:lvl1pPr>
      <a:lvl2pPr marL="742950" indent="-28575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Arial" panose="020B0604020202020204" pitchFamily="34" charset="0"/>
        <a:buBlip>
          <a:blip ns3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2pPr>
      <a:lvl3pPr marL="1181100" indent="-2667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ns3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3pPr>
      <a:lvl4pPr marL="1638300" indent="-2667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Arial" panose="020B0604020202020204" pitchFamily="34" charset="0"/>
        <a:buBlip>
          <a:blip ns3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4pPr>
      <a:lvl5pPr marL="2095500" indent="-2667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ns3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5pPr>
      <a:lvl6pPr marL="25527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ns3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6pPr>
      <a:lvl7pPr marL="30099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ns3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7pPr>
      <a:lvl8pPr marL="34671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ns3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8pPr>
      <a:lvl9pPr marL="39243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ns3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9pPr>
    </ns0:bodyStyle>
    <ns0:otherStyle>
      <a:defPPr>
        <a:defRPr lang="zh-CN">
          <a:latin typeface="Microsoft YaHei"/>
          <a:ea typeface="微软雅黑"/>
          <a:cs typeface="Microsoft YaHei"/>
        </a:defRPr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9pPr>
    </ns0:otherStyle>
  </ns0:txStyles>
</ns0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3" Type="http://schemas.openxmlformats.org/officeDocument/2006/relationships/image" Target="../media/image2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3" Type="http://schemas.openxmlformats.org/officeDocument/2006/relationships/image" Target="../media/image2.jpeg"/><Relationship Id="rId4" Type="http://schemas.openxmlformats.org/officeDocument/2006/relationships/image" Target="../media/image67.png"/><Relationship Id="rId5" Type="http://schemas.openxmlformats.org/officeDocument/2006/relationships/image" Target="../media/image68.png"/></Relationships>
</file>

<file path=ppt/slides/slide1.xml><?xml version="1.0" encoding="utf-8"?>
<ns0:sld xmlns:a="http://schemas.openxmlformats.org/drawingml/2006/main" xmlns:ns0="http://schemas.openxmlformats.org/presentationml/2006/main">
  <ns0:cSld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5122" name="Rectangle 3"/>
          <ns0:cNvSpPr>
            <a:spLocks noGrp="1"/>
          </ns0:cNvSpPr>
          <ns0:nvPr>
            <ns0:ph type="subTitle" idx="4294967295"/>
          </ns0:nvPr>
        </ns0:nvSpPr>
        <ns0:spPr>
          <a:xfrm>
            <a:off x="3071664" y="2204864"/>
            <a:ext cx="7560840" cy="1872208"/>
          </a:xfrm>
        </ns0:spPr>
        <ns0:txBody>
          <a:bodyPr vert="horz" wrap="square" lIns="90000" tIns="45720" rIns="91440" bIns="45720" anchor="t" anchorCtr="0"/>
          <a:lstStyle>
            <a:lvl1pPr marL="0" lvl="0" indent="0" algn="ctr">
              <a:buClr>
                <a:schemeClr val="accent2"/>
              </a:buClr>
              <a:buSzTx/>
              <a:buFontTx/>
              <a:buNone/>
              <a:defRPr>
                <a:latin typeface="Microsoft YaHei"/>
                <a:ea typeface="微软雅黑"/>
                <a:cs typeface="Microsoft YaHei"/>
              </a:defRPr>
            </a:lvl1pPr>
            <a:lvl2pPr marL="457200" lvl="1" indent="0" algn="ctr">
              <a:buClr>
                <a:schemeClr val="accent2"/>
              </a:buClr>
              <a:buSzTx/>
              <a:buFont typeface="Arial" panose="020B0604020202020204" pitchFamily="34" charset="0"/>
              <a:buNone/>
              <a:defRPr>
                <a:latin typeface="Microsoft YaHei"/>
                <a:ea typeface="微软雅黑"/>
                <a:cs typeface="Microsoft YaHei"/>
              </a:defRPr>
            </a:lvl2pPr>
            <a:lvl3pPr marL="914400" lvl="2" indent="0" algn="ctr">
              <a:buClr>
                <a:schemeClr val="accent2"/>
              </a:buClr>
              <a:buSzTx/>
              <a:buFontTx/>
              <a:buNone/>
              <a:defRPr>
                <a:latin typeface="Microsoft YaHei"/>
                <a:ea typeface="微软雅黑"/>
                <a:cs typeface="Microsoft YaHei"/>
              </a:defRPr>
            </a:lvl3pPr>
            <a:lvl4pPr marL="1371600" lvl="3" indent="0" algn="ctr">
              <a:buClr>
                <a:schemeClr val="accent2"/>
              </a:buClr>
              <a:buSzTx/>
              <a:buFont typeface="Arial" panose="020B0604020202020204" pitchFamily="34" charset="0"/>
              <a:buNone/>
              <a:defRPr>
                <a:latin typeface="Microsoft YaHei"/>
                <a:ea typeface="微软雅黑"/>
                <a:cs typeface="Microsoft YaHei"/>
              </a:defRPr>
            </a:lvl4pPr>
            <a:lvl5pPr marL="1828800" lvl="4" indent="0" algn="ctr">
              <a:buClr>
                <a:schemeClr val="accent2"/>
              </a:buClr>
              <a:buSzTx/>
              <a:buFontTx/>
              <a:buNone/>
              <a:defRPr>
                <a:latin typeface="Microsoft YaHei"/>
                <a:ea typeface="微软雅黑"/>
                <a:cs typeface="Microsoft YaHei"/>
              </a:defRPr>
            </a:lvl5pPr>
          </a:lstStyle>
          <a:p>
            <a:pPr lvl="0" algn="l" eaLnBrk="1" hangingPunct="1"/>
            <a:r>
              <a:rPr sz="2400" b="0">
                <a:solidFill>
                  <a:srgbClr val="0062AC"/>
                </a:solidFill>
                <a:latin typeface="Microsoft YaHei"/>
                <a:ea typeface="微软雅黑"/>
                <a:cs typeface="Microsoft YaHei"/>
              </a:rPr>
              <a:t>项目名称 / 汇报主题</a:t>
            </a:r>
            <a:endParaRPr lang="zh-CN" altLang="en-US" sz="4200" b="1" dirty="0">
              <a:solidFill>
                <a:srgbClr val="0070C0"/>
              </a:solidFill>
              <a:latin typeface="Microsoft YaHei"/>
              <a:ea typeface="微软雅黑"/>
              <a:cs typeface="Microsoft YaHei"/>
            </a:endParaRPr>
          </a:p>
        </ns0:txBody>
      </ns0:sp>
    </ns0:spTree>
  </ns0:cSld>
  <ns0:clrMapOvr>
    <a:masterClrMapping/>
  </ns0:clrMapOvr>
  <ns0:timing>
    <ns0:tnLst>
      <ns0:par>
        <ns0:cTn id="1" dur="indefinite" restart="never" nodeType="tmRoot"/>
      </ns0:par>
    </ns0:tnLst>
  </ns0:timing>
</ns0:sld>
</file>

<file path=ppt/slides/slide2.xml><?xml version="1.0" encoding="utf-8"?>
<ns0:sld xmlns:a="http://schemas.openxmlformats.org/drawingml/2006/main" xmlns:ns0="http://schemas.openxmlformats.org/presentationml/2006/main">
  <ns0:cSld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5122" name="标题 1"/>
          <ns0:cNvSpPr>
            <a:spLocks noGrp="1"/>
          </ns0:cNvSpPr>
          <ns0:nvPr>
            <ns0:ph type="title"/>
          </ns0:nvPr>
        </ns0:nvSpPr>
        <ns0:spPr>
          <a:xfrm>
            <a:off x="371019" y="0"/>
            <a:ext cx="8640763" cy="836613"/>
          </a:xfrm>
        </ns0:spPr>
        <ns0:txBody>
          <a:bodyPr/>
          <a:lstStyle/>
          <a:p>
            <a:r>
              <a:rPr sz="2000" b="0">
                <a:solidFill>
                  <a:srgbClr val="FFFFFF"/>
                </a:solidFill>
                <a:latin typeface="Microsoft YaHei"/>
                <a:ea typeface="微软雅黑"/>
                <a:cs typeface="Microsoft YaHei"/>
              </a:rPr>
              <a:t>章节标题</a:t>
            </a:r>
          </a:p>
        </ns0:txBody>
      </ns0:sp>
      <ns0:grpSp>
        <ns0:nvGrpSpPr>
          <ns0:cNvPr id="4" name="组合 3"/>
          <ns0:cNvGrpSpPr/>
          <ns0:nvPr/>
        </ns0:nvGrpSpPr>
        <ns0:grpSpPr>
          <a:xfrm>
            <a:off x="1524000" y="2852936"/>
            <a:ext cx="9144000" cy="1814777"/>
            <a:chOff x="170694" y="177982"/>
            <a:chExt cx="3936004" cy="781165"/>
          </a:xfrm>
          <a:solidFill>
            <a:srgbClr val="0062AC"/>
          </a:solidFill>
        </ns0:grpSpPr>
        <ns0:sp>
          <ns0:nvSpPr>
            <ns0:cNvPr id="5" name="等腰三角形 4"/>
            <ns0:cNvSpPr/>
            <ns0:nvPr/>
          </ns0:nvSpPr>
          <ns0:spPr>
            <a:xfrm>
              <a:off x="1233863" y="177982"/>
              <a:ext cx="355284" cy="356514"/>
            </a:xfrm>
            <a:prstGeom prst="triangle">
              <a:avLst/>
            </a:prstGeom>
            <a:grpFill/>
            <a:ln>
              <a:noFill/>
            </a:ln>
          </ns0:spPr>
          <ns0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ns0:style>
          <ns0:txBody>
            <a:bodyPr lIns="68580" tIns="34290" rIns="68580" bIns="34290" rtlCol="0" anchor="ctr"/>
            <a:lstStyle/>
            <a:p>
              <a:pPr algn="ctr"/>
              <a:endParaRPr lang="zh-CN" altLang="en-US">
                <a:latin typeface="Microsoft YaHei"/>
                <a:ea typeface="微软雅黑"/>
                <a:cs typeface="Microsoft YaHei"/>
              </a:endParaRPr>
            </a:p>
          </ns0:txBody>
        </ns0:sp>
        <ns0:sp>
          <ns0:nvSpPr>
            <ns0:cNvPr id="6" name="等腰三角形 5"/>
            <ns0:cNvSpPr/>
            <ns0:nvPr/>
          </ns0:nvSpPr>
          <ns0:spPr>
            <a:xfrm flipV="1">
              <a:off x="200258" y="602633"/>
              <a:ext cx="355284" cy="356514"/>
            </a:xfrm>
            <a:prstGeom prst="triangle">
              <a:avLst/>
            </a:prstGeom>
            <a:grpFill/>
            <a:ln>
              <a:noFill/>
            </a:ln>
          </ns0:spPr>
          <ns0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ns0:style>
          <ns0:txBody>
            <a:bodyPr lIns="68580" tIns="34290" rIns="68580" bIns="34290" rtlCol="0" anchor="ctr"/>
            <a:lstStyle/>
            <a:p>
              <a:pPr algn="ctr"/>
              <a:endParaRPr lang="zh-CN" altLang="en-US">
                <a:latin typeface="Microsoft YaHei"/>
                <a:ea typeface="微软雅黑"/>
                <a:cs typeface="Microsoft YaHei"/>
              </a:endParaRPr>
            </a:p>
          </ns0:txBody>
        </ns0:sp>
        <ns0:sp>
          <ns0:nvSpPr>
            <ns0:cNvPr id="7" name="矩形 6"/>
            <ns0:cNvSpPr/>
            <ns0:nvPr/>
          </ns0:nvSpPr>
          <ns0:spPr>
            <a:xfrm>
              <a:off x="170694" y="261768"/>
              <a:ext cx="3936004" cy="611981"/>
            </a:xfrm>
            <a:prstGeom prst="rect">
              <a:avLst/>
            </a:prstGeom>
            <a:grpFill/>
            <a:ln>
              <a:noFill/>
            </a:ln>
          </ns0:spPr>
          <ns0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ns0:style>
          <ns0:txBody>
            <a:bodyPr lIns="68580" tIns="34290" rIns="68580" bIns="34290" rtlCol="0" anchor="ctr"/>
            <a:lstStyle/>
            <a:p>
              <a:pPr algn="ctr"/>
              <a:endParaRPr lang="zh-CN" altLang="en-US" dirty="0">
                <a:latin typeface="Microsoft YaHei"/>
                <a:ea typeface="微软雅黑"/>
                <a:cs typeface="Microsoft YaHei"/>
              </a:endParaRPr>
            </a:p>
          </ns0:txBody>
        </ns0:sp>
        <ns0:sp>
          <ns0:nvSpPr>
            <ns0:cNvPr id="8" name="平行四边形 7"/>
            <ns0:cNvSpPr/>
            <ns0:nvPr/>
          </ns0:nvSpPr>
          <ns0:spPr>
            <a:xfrm>
              <a:off x="376965" y="178257"/>
              <a:ext cx="1036076" cy="779005"/>
            </a:xfrm>
            <a:prstGeom prst="parallelogram">
              <a:avLst>
                <a:gd name="adj" fmla="val 48207"/>
              </a:avLst>
            </a:prstGeom>
            <a:grpFill/>
            <a:ln>
              <a:noFill/>
            </a:ln>
          </ns0:spPr>
          <ns0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ns0:style>
          <ns0:txBody>
            <a:bodyPr lIns="68580" tIns="34290" rIns="68580" bIns="34290" rtlCol="0" anchor="ctr"/>
            <a:lstStyle/>
            <a:p>
              <a:pPr algn="ctr"/>
              <a:endParaRPr lang="zh-CN" altLang="en-US">
                <a:latin typeface="Microsoft YaHei"/>
                <a:ea typeface="微软雅黑"/>
                <a:cs typeface="Microsoft YaHei"/>
              </a:endParaRPr>
            </a:p>
          </ns0:txBody>
        </ns0:sp>
        <ns0:sp>
          <ns0:nvSpPr>
            <ns0:cNvPr id="9" name="文本框 6"/>
            <ns0:cNvSpPr txBox="1"/>
            <ns0:nvPr/>
          </ns0:nvSpPr>
          <ns0:spPr>
            <a:xfrm>
              <a:off x="883183" y="415482"/>
              <a:ext cx="650908" cy="294380"/>
            </a:xfrm>
            <a:prstGeom prst="rect">
              <a:avLst/>
            </a:prstGeom>
            <a:grpFill/>
          </ns0:spPr>
          <ns0:txBody>
            <a:bodyPr wrap="square" lIns="68580" tIns="34290" rIns="68580" bIns="34290" rtlCol="0">
              <a:spAutoFit/>
            </a:bodyPr>
            <a:lstStyle/>
            <a:p>
              <a:r>
                <a:rPr lang="en-US" altLang="zh-CN" sz="4000" dirty="0">
                  <a:solidFill>
                    <a:schemeClr val="bg1">
                      <a:lumMod val="95000"/>
                    </a:schemeClr>
                  </a:solidFill>
                  <a:latin typeface="Microsoft YaHei"/>
                  <a:ea typeface="微软雅黑"/>
                  <a:cs typeface="Microsoft YaHei"/>
                </a:rPr>
                <a:t>1</a:t>
              </a:r>
              <a:endParaRPr lang="zh-CN" altLang="en-US" sz="4000" dirty="0">
                <a:solidFill>
                  <a:schemeClr val="bg1">
                    <a:lumMod val="95000"/>
                  </a:schemeClr>
                </a:solidFill>
                <a:latin typeface="Microsoft YaHei"/>
                <a:ea typeface="微软雅黑"/>
                <a:cs typeface="Microsoft YaHei"/>
              </a:endParaRPr>
            </a:p>
          </ns0:txBody>
        </ns0:sp>
      </ns0:grpSp>
      <ns0:sp>
        <ns0:nvSpPr>
          <ns0:cNvPr id="10" name="TextBox 48"/>
          <ns0:cNvSpPr txBox="1"/>
          <ns0:nvPr/>
        </ns0:nvSpPr>
        <ns0:spPr>
          <a:xfrm>
            <a:off x="3993921" y="3356426"/>
            <a:ext cx="5270431" cy="683895"/>
          </a:xfrm>
          <a:prstGeom prst="rect">
            <a:avLst/>
          </a:prstGeom>
          <a:noFill/>
        </ns0:spPr>
        <ns0:txBody>
          <a:bodyPr wrap="square" lIns="68584" tIns="34291" rIns="68584" bIns="34291" rtlCol="0">
            <a:spAutoFit/>
          </a:bodyPr>
          <a:lstStyle/>
          <a:p>
            <a:r>
              <a:rPr sz="2000" b="0">
                <a:solidFill>
                  <a:srgbClr val="FFFFFF"/>
                </a:solidFill>
                <a:latin typeface="Microsoft YaHei"/>
                <a:ea typeface="微软雅黑"/>
                <a:cs typeface="Microsoft YaHei"/>
              </a:rPr>
              <a:t>章节标题</a:t>
            </a:r>
          </a:p>
        </ns0:txBody>
      </ns0:sp>
    </ns0:spTree>
  </ns0:cSld>
  <ns0:clrMapOvr>
    <a:masterClrMapping/>
  </ns0:clrMapOvr>
  <ns0:timing>
    <ns0:tnLst>
      <ns0:par>
        <ns0:cTn id="1" dur="indefinite" restart="never" nodeType="tmRoot"/>
      </ns0:par>
    </ns0:tnLst>
  </ns0:timing>
</ns0:sld>
</file>

<file path=ppt/slides/slide3.xml><?xml version="1.0" encoding="utf-8"?>
<ns0:sld xmlns:a="http://schemas.openxmlformats.org/drawingml/2006/main" xmlns:ns0="http://schemas.openxmlformats.org/presentationml/2006/main" xmlns:ns2="http://schemas.openxmlformats.org/officeDocument/2006/relationships">
  <ns0:cSld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/>
        <ns0:txBody>
          <a:bodyPr/>
          <a:lstStyle/>
          <a:p>
            <a:r>
              <a:rPr sz="1800" b="0">
                <a:solidFill>
                  <a:srgbClr val="202020"/>
                </a:solidFill>
                <a:latin typeface="Microsoft YaHei"/>
                <a:ea typeface="微软雅黑"/>
                <a:cs typeface="Microsoft YaHei"/>
              </a:rPr>
              <a:t>正文页标题</a:t>
            </a:r>
          </a:p>
        </ns0:txBody>
      </ns0:sp>
      <ns0:sp>
        <ns0:nvSpPr>
          <ns0:cNvPr id="7" name="矩形 6"/>
          <ns0:cNvSpPr/>
          <ns0:nvPr/>
        </ns0:nvSpPr>
        <ns0:spPr>
          <a:xfrm>
            <a:off x="703714" y="1844968"/>
            <a:ext cx="10217963" cy="3744272"/>
          </a:xfrm>
          <a:prstGeom prst="rect">
            <a:avLst/>
          </a:prstGeom>
        </ns0:spPr>
        <ns0:txBody>
          <a:bodyPr wrap="square">
            <a:noAutofit/>
          </a:bodyPr>
          <a:lstStyle/>
          <a:p>
            <a:pPr marL="342900" lvl="0" indent="-342900" eaLnBrk="0" fontAlgn="t" hangingPunct="0">
              <a:lnSpc>
                <a:spcPct val="120000"/>
              </a:lnSpc>
              <a:spcBef>
                <a:spcPct val="20000"/>
              </a:spcBef>
              <a:buClr>
                <a:srgbClr val="333399"/>
              </a:buClr>
              <a:buBlip>
                <a:blip ns2:embed="rId3"/>
              </a:buBlip>
            </a:pPr>
            <a:r>
              <a:rPr sz="1300" b="0">
                <a:solidFill>
                  <a:srgbClr val="202020"/>
                </a:solidFill>
                <a:latin typeface="Microsoft YaHei"/>
                <a:ea typeface="微软雅黑"/>
                <a:cs typeface="Microsoft YaHei"/>
              </a:rPr>
              <a:t>概述：用一到两句话说明本页背景和结论。</a:t>
            </a:r>
            <a:endParaRPr lang="en-US" altLang="zh-CN" kern="0" dirty="0">
              <a:solidFill>
                <a:srgbClr val="000000"/>
              </a:solidFill>
              <a:latin typeface="Microsoft YaHei"/>
              <a:ea typeface="微软雅黑"/>
              <a:cs typeface="Microsoft YaHei"/>
            </a:endParaRPr>
          </a:p>
        </ns0:txBody>
      </ns0:sp>
      <ns0:sp>
        <ns0:nvSpPr>
          <ns0:cNvPr id="4" name="文本框 3"/>
          <ns0:cNvSpPr txBox="1"/>
          <ns0:nvPr/>
        </ns0:nvSpPr>
        <ns0:spPr>
          <a:xfrm>
            <a:off x="338267" y="1052736"/>
            <a:ext cx="10578890" cy="792088"/>
          </a:xfrm>
          <a:prstGeom prst="rect">
            <a:avLst/>
          </a:prstGeom>
          <a:noFill/>
        </ns0:spPr>
        <ns0:txBody>
          <a:bodyPr wrap="square" rtlCol="0">
            <a:noAutofit/>
          </a:bodyPr>
          <a:lstStyle/>
          <a:p>
            <a:pPr marL="342900" indent="-342900" eaLnBrk="0" fontAlgn="t" hangingPunct="0">
              <a:lnSpc>
                <a:spcPct val="120000"/>
              </a:lnSpc>
              <a:spcBef>
                <a:spcPct val="20000"/>
              </a:spcBef>
              <a:buClr>
                <a:srgbClr val="333399"/>
              </a:buClr>
              <a:buBlip>
                <a:blip ns2:embed="rId3"/>
              </a:buBlip>
            </a:pPr>
            <a:r>
              <a:rPr sz="1300" b="0">
                <a:solidFill>
                  <a:srgbClr val="202020"/>
                </a:solidFill>
                <a:latin typeface="Microsoft YaHei"/>
                <a:ea typeface="微软雅黑"/>
                <a:cs typeface="Microsoft YaHei"/>
              </a:rPr>
              <a:t>概述：用一到两句话说明本页背景和结论。</a:t>
            </a:r>
            <a:endParaRPr lang="en-US" altLang="zh-CN" dirty="0">
              <a:latin typeface="Microsoft YaHei"/>
              <a:ea typeface="微软雅黑"/>
              <a:cs typeface="Microsoft YaHei"/>
              <a:sym typeface="+mn-ea"/>
            </a:endParaRPr>
          </a:p>
        </ns0:txBody>
      </ns0:sp>
    </ns0:spTree>
  </ns0:cSld>
  <ns0:clrMapOvr>
    <a:masterClrMapping/>
  </ns0:clrMapOvr>
</ns0:sld>
</file>

<file path=ppt/slides/slide4.xml><?xml version="1.0" encoding="utf-8"?>
<ns0:sld xmlns:a="http://schemas.openxmlformats.org/drawingml/2006/main" xmlns:ns0="http://schemas.openxmlformats.org/presentationml/2006/main" xmlns:ns2="http://schemas.microsoft.com/office/powerpoint/2010/main" xmlns:ns3="http://schemas.microsoft.com/office/drawing/2014/main">
  <ns0:cSld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/>
        <ns0:txBody>
          <a:bodyPr/>
          <a:lstStyle/>
          <a:p>
            <a:r>
              <a:rPr sz="1800" b="0">
                <a:solidFill>
                  <a:srgbClr val="202020"/>
                </a:solidFill>
                <a:latin typeface="Microsoft YaHei"/>
                <a:ea typeface="微软雅黑"/>
                <a:cs typeface="Microsoft YaHei"/>
              </a:rPr>
              <a:t>对比表页标题</a:t>
            </a:r>
            <a:endParaRPr lang="zh-CN" altLang="en-US" dirty="0">
              <a:latin typeface="Microsoft YaHei"/>
              <a:ea typeface="微软雅黑"/>
              <a:cs typeface="Microsoft YaHei"/>
            </a:endParaRPr>
          </a:p>
        </ns0:txBody>
      </ns0:sp>
      <ns0:graphicFrame>
        <ns0:nvGraphicFramePr>
          <ns0:cNvPr id="4" name="表格 3"/>
          <ns0:cNvGraphicFramePr>
            <a:graphicFrameLocks noGrp="1"/>
          </ns0:cNvGraphicFramePr>
          <ns0:nvPr>
            <ns0:extLst>
              <ns0:ext uri="{D42A27DB-BD31-4B8C-83A1-F6EECF244321}">
                <ns2:modId val="2094945487"/>
              </ns0:ext>
            </ns0:extLst>
          </ns0:nvPr>
        </ns0:nvGraphicFramePr>
        <ns0:xfrm>
          <a:off x="767408" y="908720"/>
          <a:ext cx="8700000" cy="4700000"/>
        </ns0:xfrm>
        <a:graphic>
          <a:graphicData uri="http://schemas.openxmlformats.org/drawingml/2006/table">
            <a:tbl>
              <a:tblPr>
                <a:tableStyleId>{21E4AEA4-8DFA-4A89-87EB-49C32662AFE0}</a:tableStyleId>
              </a:tblPr>
              <a:tblGrid>
                <a:gridCol w="1126618">
                  <a:extLst>
                    <a:ext uri="{9D8B030D-6E8A-4147-A177-3AD203B41FA5}">
                      <ns3:colId val="20000"/>
                    </a:ext>
                  </a:extLst>
                </a:gridCol>
                <a:gridCol w="1689928">
                  <a:extLst>
                    <a:ext uri="{9D8B030D-6E8A-4147-A177-3AD203B41FA5}">
                      <ns3:colId val="20001"/>
                    </a:ext>
                  </a:extLst>
                </a:gridCol>
                <a:gridCol w="3066906">
                  <a:extLst>
                    <a:ext uri="{9D8B030D-6E8A-4147-A177-3AD203B41FA5}">
                      <ns3:colId val="20002"/>
                    </a:ext>
                  </a:extLst>
                </a:gridCol>
                <a:gridCol w="2816548">
                  <a:extLst>
                    <a:ext uri="{9D8B030D-6E8A-4147-A177-3AD203B41FA5}">
                      <ns3:colId val="20003"/>
                    </a:ext>
                  </a:extLst>
                </a:gridCol>
              </a:tblGrid>
              <a:tr h="335908">
                <a:tc gridSpan="2">
                  <a:txBody>
                    <a:bodyPr/>
                    <a:lstStyle/>
                    <a:p>
                      <a:pPr algn="l"/>
                      <a:r>
                        <a:rPr>
                          <a:latin typeface="Microsoft YaHei"/>
                          <a:ea typeface="微软雅黑"/>
                          <a:cs typeface="Microsoft YaHei"/>
                        </a:rPr>
                        <a:t>类别</a:t>
                      </a:r>
                    </a:p>
                  </a:txBody>
                  <a:tcPr marL="8691" marR="8691" marT="8691" marB="0" anchor="ctr"/>
                </a:tc>
                <a:tc hMerge="1">
                  <a:txBody>
                    <a:bodyPr/>
                    <a:lstStyle/>
                    <a:p>
                      <a:pPr algn="l"/>
                      <a:r>
                        <a:rPr>
                          <a:latin typeface="Microsoft YaHei"/>
                          <a:ea typeface="微软雅黑"/>
                          <a:cs typeface="Microsoft YaHei"/>
                        </a:rPr>
                        <a:t>项目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>
                          <a:latin typeface="Microsoft YaHei"/>
                          <a:ea typeface="微软雅黑"/>
                          <a:cs typeface="Microsoft YaHei"/>
                        </a:rPr>
                        <a:t>方案 A</a:t>
                      </a:r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>
                          <a:latin typeface="Microsoft YaHei"/>
                          <a:ea typeface="微软雅黑"/>
                          <a:cs typeface="Microsoft YaHei"/>
                        </a:rPr>
                        <a:t>方案 B</a:t>
                      </a:r>
                    </a:p>
                  </a:txBody>
                  <a:tcPr marL="8691" marR="8691" marT="8691" marB="0" anchor="ctr"/>
                </a:tc>
                <a:extLst>
                  <a:ext uri="{0D108BD9-81ED-4DB2-BD59-A6C34878D82A}">
                    <ns3:rowId val="10000"/>
                  </a:ext>
                </a:extLst>
              </a:tr>
              <a:tr h="163763">
                <a:tc rowSpan="3">
                  <a:txBody>
                    <a:bodyPr/>
                    <a:lstStyle/>
                    <a:p>
                      <a:pPr algn="l"/>
                      <a:r>
                        <a:rPr>
                          <a:latin typeface="Microsoft YaHei"/>
                          <a:ea typeface="微软雅黑"/>
                          <a:cs typeface="Microsoft YaHei"/>
                        </a:rPr>
                        <a:t>分类</a:t>
                      </a:r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>
                          <a:latin typeface="Microsoft YaHei"/>
                          <a:ea typeface="微软雅黑"/>
                          <a:cs typeface="Microsoft YaHei"/>
                        </a:rPr>
                        <a:t>对比项</a:t>
                      </a:r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>
                          <a:latin typeface="Microsoft YaHei"/>
                          <a:ea typeface="微软雅黑"/>
                          <a:cs typeface="Microsoft YaHei"/>
                        </a:rPr>
                        <a:t>说明</a:t>
                      </a:r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>
                          <a:latin typeface="Microsoft YaHei"/>
                          <a:ea typeface="微软雅黑"/>
                          <a:cs typeface="Microsoft YaHei"/>
                        </a:rPr>
                        <a:t>说明</a:t>
                      </a:r>
                    </a:p>
                  </a:txBody>
                  <a:tcPr marL="8691" marR="8691" marT="8691" marB="0" anchor="ctr"/>
                </a:tc>
                <a:extLst>
                  <a:ext uri="{0D108BD9-81ED-4DB2-BD59-A6C34878D82A}">
                    <ns3:rowId val="10001"/>
                  </a:ext>
                </a:extLst>
              </a:tr>
              <a:tr h="163763">
                <a:tc vMerge="1">
                  <a:txBody>
                    <a:bodyPr/>
                    <a:lstStyle/>
                    <a:p>
                      <a:pPr algn="l"/>
                      <a:r>
                        <a:rPr>
                          <a:latin typeface="Microsoft YaHei"/>
                          <a:ea typeface="微软雅黑"/>
                          <a:cs typeface="Microsoft YaHei"/>
                        </a:rPr>
                        <a:t>分类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>
                          <a:latin typeface="Microsoft YaHei"/>
                          <a:ea typeface="微软雅黑"/>
                          <a:cs typeface="Microsoft YaHei"/>
                        </a:rPr>
                        <a:t>对比项</a:t>
                      </a:r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>
                          <a:latin typeface="Microsoft YaHei"/>
                          <a:ea typeface="微软雅黑"/>
                          <a:cs typeface="Microsoft YaHei"/>
                        </a:rPr>
                        <a:t>说明</a:t>
                      </a:r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>
                          <a:latin typeface="Microsoft YaHei"/>
                          <a:ea typeface="微软雅黑"/>
                          <a:cs typeface="Microsoft YaHei"/>
                        </a:rPr>
                        <a:t>说明</a:t>
                      </a:r>
                    </a:p>
                  </a:txBody>
                  <a:tcPr marL="8691" marR="8691" marT="8691" marB="0" anchor="ctr"/>
                </a:tc>
                <a:extLst>
                  <a:ext uri="{0D108BD9-81ED-4DB2-BD59-A6C34878D82A}">
                    <ns3:rowId val="10002"/>
                  </a:ext>
                </a:extLst>
              </a:tr>
              <a:tr h="163763">
                <a:tc vMerge="1">
                  <a:txBody>
                    <a:bodyPr/>
                    <a:lstStyle/>
                    <a:p>
                      <a:pPr algn="l"/>
                      <a:r>
                        <a:rPr>
                          <a:latin typeface="Microsoft YaHei"/>
                          <a:ea typeface="微软雅黑"/>
                          <a:cs typeface="Microsoft YaHei"/>
                        </a:rPr>
                        <a:t>分类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>
                          <a:latin typeface="Microsoft YaHei"/>
                          <a:ea typeface="微软雅黑"/>
                          <a:cs typeface="Microsoft YaHei"/>
                        </a:rPr>
                        <a:t>对比项</a:t>
                      </a:r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>
                          <a:latin typeface="Microsoft YaHei"/>
                          <a:ea typeface="微软雅黑"/>
                          <a:cs typeface="Microsoft YaHei"/>
                        </a:rPr>
                        <a:t>说明</a:t>
                      </a:r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>
                          <a:latin typeface="Microsoft YaHei"/>
                          <a:ea typeface="微软雅黑"/>
                          <a:cs typeface="Microsoft YaHei"/>
                        </a:rPr>
                        <a:t>说明</a:t>
                      </a:r>
                    </a:p>
                  </a:txBody>
                  <a:tcPr marL="8691" marR="8691" marT="8691" marB="0" anchor="ctr"/>
                </a:tc>
                <a:extLst>
                  <a:ext uri="{0D108BD9-81ED-4DB2-BD59-A6C34878D82A}">
                    <ns3:rowId val="10003"/>
                  </a:ext>
                </a:extLst>
              </a:tr>
              <a:tr h="220794">
                <a:tc rowSpan="7">
                  <a:txBody>
                    <a:bodyPr/>
                    <a:lstStyle/>
                    <a:p>
                      <a:pPr algn="l"/>
                      <a:r>
                        <a:rPr>
                          <a:latin typeface="Microsoft YaHei"/>
                          <a:ea typeface="微软雅黑"/>
                          <a:cs typeface="Microsoft YaHei"/>
                        </a:rPr>
                        <a:t>分类</a:t>
                      </a:r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>
                          <a:latin typeface="Microsoft YaHei"/>
                          <a:ea typeface="微软雅黑"/>
                          <a:cs typeface="Microsoft YaHei"/>
                        </a:rPr>
                        <a:t>对比项</a:t>
                      </a:r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>
                          <a:latin typeface="Microsoft YaHei"/>
                          <a:ea typeface="微软雅黑"/>
                          <a:cs typeface="Microsoft YaHei"/>
                        </a:rPr>
                        <a:t>说明</a:t>
                      </a:r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>
                          <a:latin typeface="Microsoft YaHei"/>
                          <a:ea typeface="微软雅黑"/>
                          <a:cs typeface="Microsoft YaHei"/>
                        </a:rPr>
                        <a:t>说明</a:t>
                      </a:r>
                    </a:p>
                  </a:txBody>
                  <a:tcPr marL="8691" marR="8691" marT="8691" marB="0" anchor="ctr"/>
                </a:tc>
                <a:extLst>
                  <a:ext uri="{0D108BD9-81ED-4DB2-BD59-A6C34878D82A}">
                    <ns3:rowId val="10004"/>
                  </a:ext>
                </a:extLst>
              </a:tr>
              <a:tr h="163763">
                <a:tc vMerge="1">
                  <a:txBody>
                    <a:bodyPr/>
                    <a:lstStyle/>
                    <a:p>
                      <a:pPr algn="l"/>
                      <a:r>
                        <a:rPr>
                          <a:latin typeface="Microsoft YaHei"/>
                          <a:ea typeface="微软雅黑"/>
                          <a:cs typeface="Microsoft YaHei"/>
                        </a:rPr>
                        <a:t>分类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>
                          <a:latin typeface="Microsoft YaHei"/>
                          <a:ea typeface="微软雅黑"/>
                          <a:cs typeface="Microsoft YaHei"/>
                        </a:rPr>
                        <a:t>对比项</a:t>
                      </a:r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>
                          <a:latin typeface="Microsoft YaHei"/>
                          <a:ea typeface="微软雅黑"/>
                          <a:cs typeface="Microsoft YaHei"/>
                        </a:rPr>
                        <a:t>说明</a:t>
                      </a:r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>
                          <a:latin typeface="Microsoft YaHei"/>
                          <a:ea typeface="微软雅黑"/>
                          <a:cs typeface="Microsoft YaHei"/>
                        </a:rPr>
                        <a:t>说明</a:t>
                      </a:r>
                    </a:p>
                  </a:txBody>
                  <a:tcPr marL="8691" marR="8691" marT="8691" marB="0" anchor="ctr"/>
                </a:tc>
                <a:extLst>
                  <a:ext uri="{0D108BD9-81ED-4DB2-BD59-A6C34878D82A}">
                    <ns3:rowId val="10005"/>
                  </a:ext>
                </a:extLst>
              </a:tr>
              <a:tr h="163763">
                <a:tc vMerge="1">
                  <a:txBody>
                    <a:bodyPr/>
                    <a:lstStyle/>
                    <a:p>
                      <a:pPr algn="l"/>
                      <a:r>
                        <a:rPr>
                          <a:latin typeface="Microsoft YaHei"/>
                          <a:ea typeface="微软雅黑"/>
                          <a:cs typeface="Microsoft YaHei"/>
                        </a:rPr>
                        <a:t>分类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>
                          <a:latin typeface="Microsoft YaHei"/>
                          <a:ea typeface="微软雅黑"/>
                          <a:cs typeface="Microsoft YaHei"/>
                        </a:rPr>
                        <a:t>对比项</a:t>
                      </a:r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>
                          <a:latin typeface="Microsoft YaHei"/>
                          <a:ea typeface="微软雅黑"/>
                          <a:cs typeface="Microsoft YaHei"/>
                        </a:rPr>
                        <a:t>说明</a:t>
                      </a:r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>
                          <a:latin typeface="Microsoft YaHei"/>
                          <a:ea typeface="微软雅黑"/>
                          <a:cs typeface="Microsoft YaHei"/>
                        </a:rPr>
                        <a:t>说明</a:t>
                      </a:r>
                    </a:p>
                  </a:txBody>
                  <a:tcPr marL="8691" marR="8691" marT="8691" marB="0" anchor="ctr"/>
                </a:tc>
                <a:extLst>
                  <a:ext uri="{0D108BD9-81ED-4DB2-BD59-A6C34878D82A}">
                    <ns3:rowId val="10006"/>
                  </a:ext>
                </a:extLst>
              </a:tr>
              <a:tr h="163763">
                <a:tc vMerge="1">
                  <a:txBody>
                    <a:bodyPr/>
                    <a:lstStyle/>
                    <a:p>
                      <a:pPr algn="l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extLst>
                  <a:ext uri="{0D108BD9-81ED-4DB2-BD59-A6C34878D82A}">
                    <ns3:rowId val="10007"/>
                  </a:ext>
                </a:extLst>
              </a:tr>
              <a:tr h="163763">
                <a:tc vMerge="1">
                  <a:txBody>
                    <a:bodyPr/>
                    <a:lstStyle/>
                    <a:p>
                      <a:pPr algn="l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extLst>
                  <a:ext uri="{0D108BD9-81ED-4DB2-BD59-A6C34878D82A}">
                    <ns3:rowId val="10008"/>
                  </a:ext>
                </a:extLst>
              </a:tr>
              <a:tr h="212356">
                <a:tc vMerge="1">
                  <a:txBody>
                    <a:bodyPr/>
                    <a:lstStyle/>
                    <a:p>
                      <a:pPr algn="l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extLst>
                  <a:ext uri="{0D108BD9-81ED-4DB2-BD59-A6C34878D82A}">
                    <ns3:rowId val="10009"/>
                  </a:ext>
                </a:extLst>
              </a:tr>
              <a:tr h="163763">
                <a:tc vMerge="1">
                  <a:txBody>
                    <a:bodyPr/>
                    <a:lstStyle/>
                    <a:p>
                      <a:pPr algn="l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extLst>
                  <a:ext uri="{0D108BD9-81ED-4DB2-BD59-A6C34878D82A}">
                    <ns3:rowId val="10010"/>
                  </a:ext>
                </a:extLst>
              </a:tr>
              <a:tr h="163763">
                <a:tc rowSpan="5"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extLst>
                  <a:ext uri="{0D108BD9-81ED-4DB2-BD59-A6C34878D82A}">
                    <ns3:rowId val="10011"/>
                  </a:ext>
                </a:extLst>
              </a:tr>
              <a:tr h="163763">
                <a:tc vMerge="1">
                  <a:txBody>
                    <a:bodyPr/>
                    <a:lstStyle/>
                    <a:p>
                      <a:pPr algn="l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extLst>
                  <a:ext uri="{0D108BD9-81ED-4DB2-BD59-A6C34878D82A}">
                    <ns3:rowId val="10012"/>
                  </a:ext>
                </a:extLst>
              </a:tr>
              <a:tr h="163763">
                <a:tc vMerge="1">
                  <a:txBody>
                    <a:bodyPr/>
                    <a:lstStyle/>
                    <a:p>
                      <a:pPr algn="l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extLst>
                  <a:ext uri="{0D108BD9-81ED-4DB2-BD59-A6C34878D82A}">
                    <ns3:rowId val="10013"/>
                  </a:ext>
                </a:extLst>
              </a:tr>
              <a:tr h="163763">
                <a:tc vMerge="1">
                  <a:txBody>
                    <a:bodyPr/>
                    <a:lstStyle/>
                    <a:p>
                      <a:pPr algn="l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extLst>
                  <a:ext uri="{0D108BD9-81ED-4DB2-BD59-A6C34878D82A}">
                    <ns3:rowId val="10014"/>
                  </a:ext>
                </a:extLst>
              </a:tr>
              <a:tr h="163763">
                <a:tc vMerge="1">
                  <a:txBody>
                    <a:bodyPr/>
                    <a:lstStyle/>
                    <a:p>
                      <a:pPr algn="l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extLst>
                  <a:ext uri="{0D108BD9-81ED-4DB2-BD59-A6C34878D82A}">
                    <ns3:rowId val="10015"/>
                  </a:ext>
                </a:extLst>
              </a:tr>
              <a:tr h="163763">
                <a:tc rowSpan="4"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extLst>
                  <a:ext uri="{0D108BD9-81ED-4DB2-BD59-A6C34878D82A}">
                    <ns3:rowId val="10016"/>
                  </a:ext>
                </a:extLst>
              </a:tr>
              <a:tr h="163763">
                <a:tc vMerge="1">
                  <a:txBody>
                    <a:bodyPr/>
                    <a:lstStyle/>
                    <a:p>
                      <a:pPr algn="l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extLst>
                  <a:ext uri="{0D108BD9-81ED-4DB2-BD59-A6C34878D82A}">
                    <ns3:rowId val="10017"/>
                  </a:ext>
                </a:extLst>
              </a:tr>
              <a:tr h="163763">
                <a:tc vMerge="1">
                  <a:txBody>
                    <a:bodyPr/>
                    <a:lstStyle/>
                    <a:p>
                      <a:pPr algn="l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extLst>
                  <a:ext uri="{0D108BD9-81ED-4DB2-BD59-A6C34878D82A}">
                    <ns3:rowId val="10018"/>
                  </a:ext>
                </a:extLst>
              </a:tr>
              <a:tr h="163763">
                <a:tc vMerge="1">
                  <a:txBody>
                    <a:bodyPr/>
                    <a:lstStyle/>
                    <a:p>
                      <a:pPr algn="l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extLst>
                  <a:ext uri="{0D108BD9-81ED-4DB2-BD59-A6C34878D82A}">
                    <ns3:rowId val="10019"/>
                  </a:ext>
                </a:extLst>
              </a:tr>
              <a:tr h="163763">
                <a:tc rowSpan="5"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extLst>
                  <a:ext uri="{0D108BD9-81ED-4DB2-BD59-A6C34878D82A}">
                    <ns3:rowId val="10020"/>
                  </a:ext>
                </a:extLst>
              </a:tr>
              <a:tr h="163763">
                <a:tc vMerge="1">
                  <a:txBody>
                    <a:bodyPr/>
                    <a:lstStyle/>
                    <a:p>
                      <a:pPr algn="l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extLst>
                  <a:ext uri="{0D108BD9-81ED-4DB2-BD59-A6C34878D82A}">
                    <ns3:rowId val="10021"/>
                  </a:ext>
                </a:extLst>
              </a:tr>
              <a:tr h="163763">
                <a:tc vMerge="1">
                  <a:txBody>
                    <a:bodyPr/>
                    <a:lstStyle/>
                    <a:p>
                      <a:pPr algn="l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extLst>
                  <a:ext uri="{0D108BD9-81ED-4DB2-BD59-A6C34878D82A}">
                    <ns3:rowId val="10022"/>
                  </a:ext>
                </a:extLst>
              </a:tr>
              <a:tr h="163763">
                <a:tc vMerge="1">
                  <a:txBody>
                    <a:bodyPr/>
                    <a:lstStyle/>
                    <a:p>
                      <a:pPr algn="l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extLst>
                  <a:ext uri="{0D108BD9-81ED-4DB2-BD59-A6C34878D82A}">
                    <ns3:rowId val="10023"/>
                  </a:ext>
                </a:extLst>
              </a:tr>
              <a:tr h="491919">
                <a:tc vMerge="1">
                  <a:txBody>
                    <a:bodyPr/>
                    <a:lstStyle/>
                    <a:p>
                      <a:pPr algn="l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8691" marR="8691" marT="8691" marB="0" anchor="ctr"/>
                </a:tc>
                <a:extLst>
                  <a:ext uri="{0D108BD9-81ED-4DB2-BD59-A6C34878D82A}">
                    <ns3:rowId val="10024"/>
                  </a:ext>
                </a:extLst>
              </a:tr>
            </a:tbl>
          </a:graphicData>
        </a:graphic>
      </ns0:graphicFrame>
    </ns0:spTree>
  </ns0:cSld>
  <ns0:clrMapOvr>
    <a:masterClrMapping/>
  </ns0:clrMapOvr>
</ns0:sld>
</file>

<file path=ppt/slides/slide5.xml><?xml version="1.0" encoding="utf-8"?>
<ns0:sld xmlns:a="http://schemas.openxmlformats.org/drawingml/2006/main" xmlns:ns0="http://schemas.openxmlformats.org/presentationml/2006/main">
  <ns0:cSld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/>
        <ns0:txBody>
          <a:bodyPr/>
          <a:lstStyle/>
          <a:p>
            <a:r>
              <a:rPr sz="1800" b="0">
                <a:solidFill>
                  <a:srgbClr val="202020"/>
                </a:solidFill>
                <a:latin typeface="Microsoft YaHei"/>
                <a:ea typeface="微软雅黑"/>
                <a:cs typeface="Microsoft YaHei"/>
              </a:rPr>
              <a:t>步骤说明页标题</a:t>
            </a:r>
          </a:p>
        </ns0:txBody>
      </ns0:sp>
      <ns0:sp>
        <ns0:nvSpPr>
          <ns0:cNvPr id="3" name="内容占位符 2"/>
          <ns0:cNvSpPr>
            <a:spLocks noGrp="1"/>
          </ns0:cNvSpPr>
          <ns0:nvPr>
            <ns0:ph idx="1"/>
          </ns0:nvPr>
        </ns0:nvSpPr>
        <ns0:spPr>
          <a:xfrm>
            <a:off x="263353" y="980728"/>
            <a:ext cx="11377263" cy="1368152"/>
          </a:xfrm>
        </ns0:spPr>
        <ns0:txBody>
          <a:bodyPr/>
          <a:lstStyle/>
          <a:p>
            <a:r>
              <a:rPr sz="1200" b="0">
                <a:solidFill>
                  <a:srgbClr val="202020"/>
                </a:solidFill>
                <a:latin typeface="Microsoft YaHei"/>
                <a:ea typeface="微软雅黑"/>
                <a:cs typeface="Microsoft YaHei"/>
              </a:rPr>
              <a:t>操作说明：用短句说明入口、动作和结果。</a:t>
            </a:r>
            <a:endParaRPr lang="en-US" altLang="zh-CN" sz="1800" dirty="0">
              <a:latin typeface="Microsoft YaHei"/>
              <a:ea typeface="微软雅黑"/>
              <a:cs typeface="Microsoft YaHei"/>
            </a:endParaRPr>
          </a:p>
        </ns0:txBody>
      </ns0:sp>
      <ns0:sp>
        <ns0:nvSpPr>
          <ns0:cNvPr id="4" name="Rectangle 3"/>
          <ns0:cNvSpPr/>
          <ns0:nvPr/>
        </ns0:nvSpPr>
        <ns0:spPr>
          <a:xfrm>
            <a:off x="911423" y="2636913"/>
            <a:ext cx="4672330" cy="1613762"/>
          </a:xfrm>
          <a:prstGeom prst="rect">
            <a:avLst/>
          </a:prstGeom>
          <a:solidFill>
            <a:srgbClr val="F2F4F7"/>
          </a:solidFill>
          <a:ln w="12700">
            <a:solidFill>
              <a:srgbClr val="A4A3A4"/>
            </a:solidFill>
            <a:prstDash val="dash"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l"/>
            <a:r>
              <a:rPr sz="1400">
                <a:solidFill>
                  <a:srgbClr val="A4A3A4"/>
                </a:solidFill>
                <a:latin typeface="Microsoft YaHei"/>
                <a:ea typeface="微软雅黑"/>
                <a:cs typeface="Microsoft YaHei"/>
              </a:rPr>
              <a:t>截图占位</a:t>
            </a:r>
          </a:p>
        </ns0:txBody>
      </ns0:sp>
      <ns0:sp>
        <ns0:nvSpPr>
          <ns0:cNvPr id="5" name="Rectangle 4"/>
          <ns0:cNvSpPr/>
          <ns0:nvPr/>
        </ns0:nvSpPr>
        <ns0:spPr>
          <a:xfrm>
            <a:off x="6312024" y="2636913"/>
            <a:ext cx="4832729" cy="1613761"/>
          </a:xfrm>
          <a:prstGeom prst="rect">
            <a:avLst/>
          </a:prstGeom>
          <a:solidFill>
            <a:srgbClr val="F2F4F7"/>
          </a:solidFill>
          <a:ln w="12700">
            <a:solidFill>
              <a:srgbClr val="A4A3A4"/>
            </a:solidFill>
            <a:prstDash val="dash"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l"/>
            <a:r>
              <a:rPr sz="1400">
                <a:solidFill>
                  <a:srgbClr val="A4A3A4"/>
                </a:solidFill>
                <a:latin typeface="Microsoft YaHei"/>
                <a:ea typeface="微软雅黑"/>
                <a:cs typeface="Microsoft YaHei"/>
              </a:rPr>
              <a:t>截图占位</a:t>
            </a:r>
          </a:p>
        </ns0:txBody>
      </ns0:sp>
    </ns0:spTree>
  </ns0:cSld>
  <ns0:clrMapOvr>
    <a:masterClrMapping/>
  </ns0:clrMapOvr>
</ns0:sld>
</file>

<file path=ppt/slides/slide6.xml><?xml version="1.0" encoding="utf-8"?>
<ns0:sld xmlns:a="http://schemas.openxmlformats.org/drawingml/2006/main" xmlns:ns0="http://schemas.openxmlformats.org/presentationml/2006/main" xmlns:ns2="http://schemas.openxmlformats.org/officeDocument/2006/relationships">
  <ns0:cSld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6146" name="Rectangle 2"/>
          <ns0:cNvSpPr>
            <a:spLocks noGrp="1" noChangeArrowheads="1"/>
          </ns0:cNvSpPr>
          <ns0:nvPr>
            <ns0:ph type="title"/>
          </ns0:nvPr>
        </ns0:nvSpPr>
        <ns0:spPr>
          <a:xfrm>
            <a:off x="339090" y="0"/>
            <a:ext cx="10076815" cy="836930"/>
          </a:xfrm>
        </ns0:spPr>
        <ns0:txBody>
          <a:bodyPr/>
          <a:lstStyle/>
          <a:p>
            <a:r>
              <a:rPr sz="1800" b="0">
                <a:solidFill>
                  <a:srgbClr val="202020"/>
                </a:solidFill>
                <a:latin typeface="Microsoft YaHei"/>
                <a:ea typeface="微软雅黑"/>
                <a:cs typeface="Microsoft YaHei"/>
              </a:rPr>
              <a:t>说明页标题</a:t>
            </a:r>
            <a:endParaRPr lang="zh-CN" altLang="en-US" dirty="0">
              <a:solidFill>
                <a:schemeClr val="tx1"/>
              </a:solidFill>
              <a:latin typeface="Microsoft YaHei"/>
              <a:ea typeface="微软雅黑"/>
              <a:cs typeface="Microsoft YaHei"/>
            </a:endParaRPr>
          </a:p>
        </ns0:txBody>
      </ns0:sp>
      <ns0:sp>
        <ns0:nvSpPr>
          <ns0:cNvPr id="2" name="矩形 1"/>
          <ns0:cNvSpPr/>
          <ns0:nvPr/>
        </ns0:nvSpPr>
        <ns0:spPr>
          <a:xfrm>
            <a:off x="1127760" y="1700530"/>
            <a:ext cx="9432925" cy="4084320"/>
          </a:xfrm>
          <a:prstGeom prst="rect">
            <a:avLst/>
          </a:prstGeom>
        </ns0:spPr>
        <ns0:txBody>
          <a:bodyPr wrap="square">
            <a:noAutofit/>
          </a:bodyPr>
          <a:lstStyle/>
          <a:p>
            <a:pPr algn="just">
              <a:lnSpc>
                <a:spcPts val="4000"/>
              </a:lnSpc>
              <a:spcAft>
                <a:spcPts val="0"/>
              </a:spcAft>
            </a:pPr>
            <a:r>
              <a:rPr sz="1200" b="0">
                <a:solidFill>
                  <a:srgbClr val="202020"/>
                </a:solidFill>
                <a:latin typeface="Microsoft YaHei"/>
                <a:ea typeface="微软雅黑"/>
                <a:cs typeface="Microsoft YaHei"/>
              </a:rPr>
              <a:t>说明：
（1）第一种情况或推荐方案。
（2）第二种情况或备选方案。
最后用一句话说明后续页面安排。</a:t>
            </a:r>
          </a:p>
        </ns0:txBody>
      </ns0:sp>
    </ns0:spTree>
    <ns0:custDataLst>
      <ns0:tags ns2:id="rId1"/>
    </ns0:custDataLst>
  </ns0:cSld>
  <ns0:clrMapOvr>
    <a:masterClrMapping/>
  </ns0:clrMapOvr>
</ns0:sld>
</file>

<file path=ppt/slides/slide7.xml><?xml version="1.0" encoding="utf-8"?>
<ns0:sld xmlns:a="http://schemas.openxmlformats.org/drawingml/2006/main" xmlns:ns0="http://schemas.openxmlformats.org/presentationml/2006/main" xmlns:ns2="http://schemas.openxmlformats.org/officeDocument/2006/relationships">
  <ns0:cSld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/>
        <ns0:txBody>
          <a:bodyPr/>
          <a:lstStyle/>
          <a:p>
            <a:r>
              <a:rPr sz="1800" b="0">
                <a:solidFill>
                  <a:srgbClr val="202020"/>
                </a:solidFill>
                <a:latin typeface="Microsoft YaHei"/>
                <a:ea typeface="微软雅黑"/>
                <a:cs typeface="Microsoft YaHei"/>
              </a:rPr>
              <a:t>问题说明页标题</a:t>
            </a:r>
          </a:p>
        </ns0:txBody>
      </ns0:sp>
      <ns0:sp>
        <ns0:nvSpPr>
          <ns0:cNvPr id="10" name="矩形 9"/>
          <ns0:cNvSpPr/>
          <ns0:nvPr/>
        </ns0:nvSpPr>
        <ns0:spPr>
          <a:xfrm>
            <a:off x="335280" y="949960"/>
            <a:ext cx="11761470" cy="810260"/>
          </a:xfrm>
          <a:prstGeom prst="rect">
            <a:avLst/>
          </a:prstGeom>
        </ns0:spPr>
        <ns0:txBody>
          <a:bodyPr wrap="square">
            <a:spAutoFit/>
          </a:bodyPr>
          <a:lstStyle/>
          <a:p>
            <a:pPr marL="342900" indent="-342900" eaLnBrk="0" fontAlgn="t" hangingPunct="0">
              <a:lnSpc>
                <a:spcPct val="120000"/>
              </a:lnSpc>
              <a:spcBef>
                <a:spcPct val="20000"/>
              </a:spcBef>
              <a:buClr>
                <a:schemeClr val="accent2"/>
              </a:buClr>
              <a:buBlip>
                <a:blip ns2:embed="rId3"/>
              </a:buBlip>
            </a:pPr>
            <a:r>
              <a:rPr sz="1200" b="0">
                <a:solidFill>
                  <a:srgbClr val="202020"/>
                </a:solidFill>
                <a:latin typeface="Microsoft YaHei"/>
                <a:ea typeface="微软雅黑"/>
                <a:cs typeface="Microsoft YaHei"/>
              </a:rPr>
              <a:t>问题：一句话描述现象。
原因：说明判断依据。
解决：给出明确处理步骤。</a:t>
            </a:r>
            <a:endParaRPr lang="en-US" altLang="zh-CN" dirty="0">
              <a:latin typeface="Microsoft YaHei"/>
              <a:ea typeface="微软雅黑"/>
              <a:cs typeface="Microsoft YaHei"/>
            </a:endParaRPr>
          </a:p>
        </ns0:txBody>
      </ns0:sp>
      <ns0:sp>
        <ns0:nvSpPr>
          <ns0:cNvPr id="3" name="右箭头 2"/>
          <ns0:cNvSpPr/>
          <ns0:nvPr/>
        </ns0:nvSpPr>
        <ns0:spPr>
          <a:xfrm>
            <a:off x="4900000" y="3493847"/>
            <a:ext cx="686435" cy="401955"/>
          </a:xfrm>
          <a:prstGeom prst="rightArrow">
            <a:avLst/>
          </a:prstGeom>
          <a:solidFill>
            <a:srgbClr val="FF0000"/>
          </a:solidFill>
          <a:ln w="3175">
            <a:solidFill>
              <a:schemeClr val="tx1"/>
            </a:solidFill>
          </a:ln>
        </ns0:spPr>
        <ns0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  <a:endParaRPr lang="zh-CN" altLang="en-US">
              <a:latin typeface="Microsoft YaHei"/>
              <a:ea typeface="微软雅黑"/>
              <a:cs typeface="Microsoft YaHei"/>
            </a:endParaRPr>
          </a:p>
        </ns0:txBody>
      </ns0:sp>
      <ns0:sp>
        <ns0:nvSpPr>
          <ns0:cNvPr id="11" name="Rectangle 10"/>
          <ns0:cNvSpPr/>
          <ns0:nvPr/>
        </ns0:nvSpPr>
        <ns0:spPr>
          <a:xfrm>
            <a:off x="983433" y="1844824"/>
            <a:ext cx="3600000" cy="3700000"/>
          </a:xfrm>
          <a:prstGeom prst="rect">
            <a:avLst/>
          </a:prstGeom>
          <a:solidFill>
            <a:srgbClr val="F2F4F7"/>
          </a:solidFill>
          <a:ln w="12700">
            <a:solidFill>
              <a:srgbClr val="A4A3A4"/>
            </a:solidFill>
            <a:prstDash val="dash"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l"/>
            <a:r>
              <a:rPr sz="1400">
                <a:solidFill>
                  <a:srgbClr val="A4A3A4"/>
                </a:solidFill>
                <a:latin typeface="Microsoft YaHei"/>
                <a:ea typeface="微软雅黑"/>
                <a:cs typeface="Microsoft YaHei"/>
              </a:rPr>
              <a:t>截图占位</a:t>
            </a:r>
          </a:p>
        </ns0:txBody>
      </ns0:sp>
      <ns0:sp>
        <ns0:nvSpPr>
          <ns0:cNvPr id="12" name="Rectangle 11"/>
          <ns0:cNvSpPr/>
          <ns0:nvPr/>
        </ns0:nvSpPr>
        <ns0:spPr>
          <a:xfrm>
            <a:off x="5900000" y="1844824"/>
            <a:ext cx="3600000" cy="3700000"/>
          </a:xfrm>
          <a:prstGeom prst="rect">
            <a:avLst/>
          </a:prstGeom>
          <a:solidFill>
            <a:srgbClr val="F2F4F7"/>
          </a:solidFill>
          <a:ln w="12700">
            <a:solidFill>
              <a:srgbClr val="A4A3A4"/>
            </a:solidFill>
            <a:prstDash val="dash"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l"/>
            <a:r>
              <a:rPr sz="1400">
                <a:solidFill>
                  <a:srgbClr val="A4A3A4"/>
                </a:solidFill>
                <a:latin typeface="Microsoft YaHei"/>
                <a:ea typeface="微软雅黑"/>
                <a:cs typeface="Microsoft YaHei"/>
              </a:rPr>
              <a:t>截图占位</a:t>
            </a:r>
          </a:p>
        </ns0:txBody>
      </ns0:sp>
    </ns0:spTree>
  </ns0:cSld>
  <ns0:clrMapOvr>
    <a:masterClrMapping/>
  </ns0:clrMapOvr>
</ns0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MMONDATA" val="eyJoZGlkIjoiZmJjY2QyYWI3ZDU4MTE5ZTVkYmU2NzZhYWIzNDg1ODAifQ==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TEM_CNT" val="6"/>
</p:tagLst>
</file>

<file path=ppt/theme/theme1.xml><?xml version="1.0" encoding="utf-8"?>
<a:theme xmlns:a="http://schemas.openxmlformats.org/drawingml/2006/main" xmlns:ns1="http://schemas.microsoft.com/office/thememl/2012/main" name="默认设计模板">
  <a:themeElements>
    <a:clrScheme name="默认设计模板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默认设计模板">
      <a:majorFont>
        <a:latin typeface="Microsoft YaHei"/>
        <a:ea typeface="微软雅黑"/>
        <a:cs typeface="Microsoft YaHei"/>
      </a:majorFont>
      <a:minorFont>
        <a:latin typeface="Microsoft YaHei"/>
        <a:ea typeface="微软雅黑"/>
        <a:cs typeface="Microsoft YaHe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ns1:themeFamily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xmlns:ns1="http://schemas.microsoft.com/office/thememl/2012/main" name="6_默认设计模板">
  <a:themeElements>
    <a:clrScheme name="默认设计模板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默认设计模板">
      <a:majorFont>
        <a:latin typeface="Microsoft YaHei"/>
        <a:ea typeface="微软雅黑"/>
        <a:cs typeface="Microsoft YaHei"/>
      </a:majorFont>
      <a:minorFont>
        <a:latin typeface="Microsoft YaHei"/>
        <a:ea typeface="微软雅黑"/>
        <a:cs typeface="Microsoft YaHe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ns1:themeFamily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xmlns:ns1="http://schemas.microsoft.com/office/thememl/2012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Microsoft YaHei"/>
        <a:ea typeface="微软雅黑"/>
        <a:cs typeface="Microsoft YaHei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Microsoft YaHei"/>
        <a:ea typeface="微软雅黑"/>
        <a:cs typeface="Microsoft YaHei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ns1:themeFamily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宽屏</PresentationFormat>
  <Paragraphs>0</Paragraphs>
  <Slides>7</Slides>
  <Notes>0</Notes>
  <HiddenSlides>0</HiddenSlides>
  <MMClips>0</MMClips>
  <ScaleCrop>false</ScaleCrop>
  <Company>Inspur</Company>
  <LinksUpToDate>false</LinksUpToDate>
  <SharedDoc>false</SharedDoc>
  <HyperlinksChanged>false</HyperlinksChanged>
  <AppVersion>16.0000</AppVersion>
  <HeadingPairs>
    <vt:vector size="2" baseType="variant">
      <vt:variant>
        <vt:lpstr>幻灯片标题</vt:lpstr>
      </vt:variant>
      <vt:variant>
        <vt:i4>7</vt:i4>
      </vt:variant>
    </vt:vector>
  </HeadingPairs>
  <TitlesOfParts>
    <vt:vector size="7" baseType="lpstr">
      <vt:lpstr>Cover</vt:lpstr>
      <vt:lpstr>Section Divider</vt:lpstr>
      <vt:lpstr>Text Page</vt:lpstr>
      <vt:lpstr>Comparison Table</vt:lpstr>
      <vt:lpstr>Screenshot Steps</vt:lpstr>
      <vt:lpstr>Choice Page</vt:lpstr>
      <vt:lpstr>Problem Solution</vt:lpstr>
    </vt:vector>
  </TitlesOfPart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幻灯片 1</dc:title>
  <dc:creator>张卫国</dc:creator>
  <cp:lastModifiedBy>Shen Mamba (申凯)-山东区</cp:lastModifiedBy>
  <cp:revision>3010</cp:revision>
  <dcterms:created xsi:type="dcterms:W3CDTF">2005-10-07T03:09:00Z</dcterms:created>
  <dcterms:modified xsi:type="dcterms:W3CDTF">2026-04-29T02:48:02Z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9B353613D99F44938252A41606CB88A7_13</vt:lpwstr>
  </property>
  <property fmtid="{D5CDD505-2E9C-101B-9397-08002B2CF9AE}" pid="3" name="KSOProductBuildVer">
    <vt:lpwstr>2052-12.1.0.25865</vt:lpwstr>
  </property>
</Properties>
</file>