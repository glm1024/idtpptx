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notesMasterIdLst>
    <p:notesMasterId r:id="rId57"/>
  </p:notesMasterIdLst>
  <p:handoutMasterIdLst>
    <p:handoutMasterId r:id="rId58"/>
  </p:handoutMasterIdLst>
  <p:sldIdLst>
    <p:sldId id="595" r:id="rId3"/>
    <p:sldId id="759" r:id="rId4"/>
    <p:sldId id="760" r:id="rId5"/>
    <p:sldId id="838" r:id="rId6"/>
    <p:sldId id="834" r:id="rId9"/>
    <p:sldId id="782" r:id="rId16"/>
    <p:sldId id="809" r:id="rId43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9" Type="http://schemas.openxmlformats.org/officeDocument/2006/relationships/slide" Target="slides/slide5.xml"/><Relationship Id="rId16" Type="http://schemas.openxmlformats.org/officeDocument/2006/relationships/slide" Target="slides/slide6.xml"/><Relationship Id="rId43" Type="http://schemas.openxmlformats.org/officeDocument/2006/relationships/slide" Target="slides/slide7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commentAuthors" Target="commentAuthors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99DF5406-B343-4253-A6DD-7DCA4AE16FE4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92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04DC47E5-56AE-42C1-9580-97BAF2A2FD0F}" type="slidenum">
              <a:rPr lang="en-US" altLang="zh-CN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DC47E5-56AE-42C1-9580-97BAF2A2FD0F}" type="slidenum">
              <a:rPr lang="en-US" altLang="zh-CN"/>
              <a:t>0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1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2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6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13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40</a:t>
            </a:fld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ns3="http://schemas.microsoft.com/office/drawing/2010/main" xmlns:p="http://schemas.openxmlformats.org/presentationml/2006/main" xmlns:r="http://schemas.openxmlformats.org/officeDocument/2006/relationships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单击此处编辑母版副标题样式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noProof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ns3="http://schemas.microsoft.com/office/drawing/2010/main" xmlns:p="http://schemas.openxmlformats.org/presentationml/2006/main" xmlns:r="http://schemas.openxmlformats.org/officeDocument/2006/relationships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单击此处编辑母版副标题样式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noProof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_rels/slideMaster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.jpe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3"/>
          <p:cNvSpPr>
            <a:spLocks noGrp="1"/>
          </p:cNvSpPr>
          <p:nvPr>
            <p:ph type="subTitle" idx="4294967295"/>
          </p:nvPr>
        </p:nvSpPr>
        <p:spPr>
          <a:xfrm>
            <a:off x="3071664" y="2204864"/>
            <a:ext cx="7560840" cy="1872208"/>
          </a:xfrm>
        </p:spPr>
        <p:txBody>
          <a:bodyPr vert="horz" wrap="square" lIns="90000" tIns="45720" rIns="91440" bIns="45720" anchor="t" anchorCtr="0"/>
          <a:lstStyle>
            <a:lvl1pPr marL="0" lvl="0" indent="0" algn="ctr">
              <a:buClr>
                <a:schemeClr val="accent2"/>
              </a:buClr>
              <a:buSzTx/>
              <a:buFontTx/>
              <a:buNone/>
              <a:defRPr/>
            </a:lvl1pPr>
            <a:lvl2pPr marL="457200" lvl="1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/>
            </a:lvl2pPr>
            <a:lvl3pPr marL="914400" lvl="2" indent="0" algn="ctr">
              <a:buClr>
                <a:schemeClr val="accent2"/>
              </a:buClr>
              <a:buSzTx/>
              <a:buFontTx/>
              <a:buNone/>
              <a:defRPr/>
            </a:lvl3pPr>
            <a:lvl4pPr marL="1371600" lvl="3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/>
            </a:lvl4pPr>
            <a:lvl5pPr marL="1828800" lvl="4" indent="0" algn="ctr">
              <a:buClr>
                <a:schemeClr val="accent2"/>
              </a:buClr>
              <a:buSzTx/>
              <a:buFontTx/>
              <a:buNone/>
              <a:defRPr/>
            </a:lvl5pPr>
          </a:lstStyle>
          <a:p>
            <a:pPr lvl="0" algn="l" eaLnBrk="1" hangingPunct="1"/>
            <a:r>
              <a:rPr sz="2400" b="0">
                <a:solidFill>
                  <a:srgbClr val="0062AC"/>
                </a:solidFill>
              </a:rPr>
              <a:t>项目名称 / 汇报主题</a:t>
            </a:r>
            <a:endParaRPr lang="zh-CN" altLang="en-US" sz="42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/>
          <p:cNvSpPr>
            <a:spLocks noGrp="1"/>
          </p:cNvSpPr>
          <p:nvPr>
            <p:ph type="title"/>
          </p:nvPr>
        </p:nvSpPr>
        <p:spPr>
          <a:xfrm>
            <a:off x="371019" y="0"/>
            <a:ext cx="8640763" cy="836613"/>
          </a:xfrm>
        </p:spPr>
        <p:txBody>
          <a:bodyPr/>
          <a:lstStyle/>
          <a:p>
            <a:r>
              <a:rPr sz="2000" b="0">
                <a:solidFill>
                  <a:srgbClr val="FFFFFF"/>
                </a:solidFill>
              </a:rPr>
              <a:t>章节标题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1524000" y="2852936"/>
            <a:ext cx="9144000" cy="1814777"/>
            <a:chOff x="170694" y="177982"/>
            <a:chExt cx="3936004" cy="781165"/>
          </a:xfrm>
          <a:solidFill>
            <a:srgbClr val="0062AC"/>
          </a:solidFill>
        </p:grpSpPr>
        <p:sp>
          <p:nvSpPr>
            <p:cNvPr id="5" name="等腰三角形 4"/>
            <p:cNvSpPr/>
            <p:nvPr/>
          </p:nvSpPr>
          <p:spPr>
            <a:xfrm>
              <a:off x="1233863" y="177982"/>
              <a:ext cx="355284" cy="35651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等腰三角形 5"/>
            <p:cNvSpPr/>
            <p:nvPr/>
          </p:nvSpPr>
          <p:spPr>
            <a:xfrm flipV="1">
              <a:off x="200258" y="602633"/>
              <a:ext cx="355284" cy="35651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170694" y="261768"/>
              <a:ext cx="3936004" cy="61198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平行四边形 7"/>
            <p:cNvSpPr/>
            <p:nvPr/>
          </p:nvSpPr>
          <p:spPr>
            <a:xfrm>
              <a:off x="376965" y="178257"/>
              <a:ext cx="1036076" cy="779005"/>
            </a:xfrm>
            <a:prstGeom prst="parallelogram">
              <a:avLst>
                <a:gd name="adj" fmla="val 4820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框 6"/>
            <p:cNvSpPr txBox="1"/>
            <p:nvPr/>
          </p:nvSpPr>
          <p:spPr>
            <a:xfrm>
              <a:off x="883183" y="415482"/>
              <a:ext cx="650908" cy="294380"/>
            </a:xfrm>
            <a:prstGeom prst="rect">
              <a:avLst/>
            </a:prstGeom>
            <a:grpFill/>
          </p:spPr>
          <p:txBody>
            <a:bodyPr wrap="square" lIns="68580" tIns="34290" rIns="68580" bIns="34290" rtlCol="0">
              <a:spAutoFit/>
            </a:bodyPr>
            <a:lstStyle/>
            <a:p>
              <a:r>
                <a:rPr lang="en-US" altLang="zh-CN" sz="40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40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" name="TextBox 48"/>
          <p:cNvSpPr txBox="1"/>
          <p:nvPr/>
        </p:nvSpPr>
        <p:spPr>
          <a:xfrm>
            <a:off x="3993921" y="3356426"/>
            <a:ext cx="5270431" cy="683895"/>
          </a:xfrm>
          <a:prstGeom prst="rect">
            <a:avLst/>
          </a:prstGeom>
          <a:noFill/>
        </p:spPr>
        <p:txBody>
          <a:bodyPr wrap="square" lIns="68584" tIns="34291" rIns="68584" bIns="34291" rtlCol="0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章节标题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正文页标题</a:t>
            </a:r>
          </a:p>
        </p:txBody>
      </p:sp>
      <p:sp>
        <p:nvSpPr>
          <p:cNvPr id="7" name="矩形 6"/>
          <p:cNvSpPr/>
          <p:nvPr/>
        </p:nvSpPr>
        <p:spPr>
          <a:xfrm>
            <a:off x="703714" y="1844968"/>
            <a:ext cx="10217963" cy="374427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lvl="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r:embed="rId3"/>
              </a:buBlip>
            </a:pPr>
            <a:r>
              <a:rPr sz="1300" b="0">
                <a:solidFill>
                  <a:srgbClr val="202020"/>
                </a:solidFill>
              </a:rPr>
              <a:t>概述：用一到两句话说明本页背景和结论。</a:t>
            </a:r>
            <a:endParaRPr lang="en-US" altLang="zh-CN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38267" y="1052736"/>
            <a:ext cx="10578890" cy="79208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r:embed="rId3"/>
              </a:buBlip>
            </a:pPr>
            <a:r>
              <a:rPr sz="1300" b="0">
                <a:solidFill>
                  <a:srgbClr val="202020"/>
                </a:solidFill>
              </a:rPr>
              <a:t>概述：用一到两句话说明本页背景和结论。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对比表页标题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4945487"/>
              </p:ext>
            </p:extLst>
          </p:nvPr>
        </p:nvGraphicFramePr>
        <p:xfrm>
          <a:off x="767408" y="908720"/>
          <a:ext cx="8700000" cy="4700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126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9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69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6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5908">
                <a:tc gridSpan="2">
                  <a:txBody>
                    <a:bodyPr/>
                    <a:lstStyle/>
                    <a:p>
                      <a:r>
                        <a:t>类别</a:t>
                      </a:r>
                    </a:p>
                  </a:txBody>
                  <a:tcPr marL="8691" marR="8691" marT="8691" marB="0" anchor="ctr"/>
                </a:tc>
                <a:tc hMerge="1">
                  <a:txBody>
                    <a:bodyPr/>
                    <a:lstStyle/>
                    <a:p>
                      <a:r>
                        <a:t>项目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方案 A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方案 B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763">
                <a:tc rowSpan="3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794">
                <a:tc rowSpan="7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356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3763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3763">
                <a:tc rowSpan="4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3763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4919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步骤说明页标题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63353" y="980728"/>
            <a:ext cx="11377263" cy="1368152"/>
          </a:xfrm>
        </p:spPr>
        <p:txBody>
          <a:bodyPr/>
          <a:lstStyle/>
          <a:p>
            <a:r>
              <a:rPr sz="1200" b="0">
                <a:solidFill>
                  <a:srgbClr val="202020"/>
                </a:solidFill>
              </a:rPr>
              <a:t>操作说明：用短句说明入口、动作和结果。</a:t>
            </a:r>
            <a:endParaRPr lang="en-US" altLang="zh-CN" sz="1800" dirty="0"/>
          </a:p>
        </p:txBody>
      </p:sp>
      <p:sp>
        <p:nvSpPr>
          <p:cNvPr id="4" name="Rectangle 3"/>
          <p:cNvSpPr/>
          <p:nvPr/>
        </p:nvSpPr>
        <p:spPr>
          <a:xfrm>
            <a:off x="911423" y="2636913"/>
            <a:ext cx="4672330" cy="1613762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2024" y="2636913"/>
            <a:ext cx="4832729" cy="1613761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339090" y="0"/>
            <a:ext cx="10076815" cy="836930"/>
          </a:xfrm>
        </p:spPr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说明页标题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27760" y="1700530"/>
            <a:ext cx="9432925" cy="40843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just">
              <a:lnSpc>
                <a:spcPts val="4000"/>
              </a:lnSpc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</a:rPr>
              <a:t>说明：
（1）第一种情况或推荐方案。
（2）第二种情况或备选方案。
最后用一句话说明后续页面安排。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问题说明页标题</a:t>
            </a:r>
          </a:p>
        </p:txBody>
      </p:sp>
      <p:sp>
        <p:nvSpPr>
          <p:cNvPr id="10" name="矩形 9"/>
          <p:cNvSpPr/>
          <p:nvPr/>
        </p:nvSpPr>
        <p:spPr>
          <a:xfrm>
            <a:off x="335280" y="949960"/>
            <a:ext cx="11761470" cy="8102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Blip>
                <a:blip r:embed="rId3"/>
              </a:buBlip>
            </a:pPr>
            <a:r>
              <a:rPr sz="1200" b="0">
                <a:solidFill>
                  <a:srgbClr val="202020"/>
                </a:solidFill>
              </a:rPr>
              <a:t>问题：一句话描述现象。
原因：说明判断依据。
解决：给出明确处理步骤。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右箭头 2"/>
          <p:cNvSpPr/>
          <p:nvPr/>
        </p:nvSpPr>
        <p:spPr>
          <a:xfrm>
            <a:off x="4900000" y="3493847"/>
            <a:ext cx="686435" cy="401955"/>
          </a:xfrm>
          <a:prstGeom prst="right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983433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00000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TEM_CNT" val="6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yriadRegular"/>
        <a:ea typeface="文鼎CS中等线"/>
        <a:cs typeface=""/>
      </a:majorFont>
      <a:minorFont>
        <a:latin typeface="MyriadRegular"/>
        <a:ea typeface="文鼎CS中等线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yriadRegular"/>
        <a:ea typeface="文鼎CS中等线"/>
        <a:cs typeface=""/>
      </a:majorFont>
      <a:minorFont>
        <a:latin typeface="MyriadRegular"/>
        <a:ea typeface="文鼎CS中等线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